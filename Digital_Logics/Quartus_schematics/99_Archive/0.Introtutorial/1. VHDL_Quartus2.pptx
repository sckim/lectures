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99" r:id="rId3"/>
    <p:sldId id="298" r:id="rId4"/>
    <p:sldId id="300" r:id="rId5"/>
    <p:sldId id="305" r:id="rId6"/>
    <p:sldId id="271" r:id="rId7"/>
    <p:sldId id="301" r:id="rId8"/>
    <p:sldId id="317" r:id="rId9"/>
    <p:sldId id="257" r:id="rId10"/>
    <p:sldId id="258" r:id="rId11"/>
    <p:sldId id="318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319" r:id="rId20"/>
    <p:sldId id="308" r:id="rId21"/>
    <p:sldId id="320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322" r:id="rId31"/>
    <p:sldId id="309" r:id="rId32"/>
    <p:sldId id="310" r:id="rId33"/>
    <p:sldId id="311" r:id="rId34"/>
    <p:sldId id="312" r:id="rId35"/>
    <p:sldId id="313" r:id="rId36"/>
    <p:sldId id="315" r:id="rId37"/>
    <p:sldId id="316" r:id="rId38"/>
    <p:sldId id="306" r:id="rId39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48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BE1A270-8602-4439-8C2D-6FE864CB4096}" type="doc">
      <dgm:prSet loTypeId="urn:microsoft.com/office/officeart/2005/8/layout/process4" loCatId="list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pPr latinLnBrk="1"/>
          <a:endParaRPr lang="ko-KR" altLang="en-US"/>
        </a:p>
      </dgm:t>
    </dgm:pt>
    <dgm:pt modelId="{C76196CD-CB30-4CAF-AF7F-59674B34F236}">
      <dgm:prSet phldrT="[텍스트]"/>
      <dgm:spPr/>
      <dgm:t>
        <a:bodyPr/>
        <a:lstStyle/>
        <a:p>
          <a:pPr latinLnBrk="1"/>
          <a:r>
            <a:rPr lang="en-US" dirty="0" smtClean="0"/>
            <a:t>Schematic</a:t>
          </a:r>
          <a:endParaRPr lang="ko-KR" altLang="en-US" dirty="0"/>
        </a:p>
      </dgm:t>
    </dgm:pt>
    <dgm:pt modelId="{BB3B05F9-DA16-4B71-B7A7-1B4BC033630C}" type="parTrans" cxnId="{0E488EEA-57D3-4FC2-B2D4-D93D1B83A14B}">
      <dgm:prSet/>
      <dgm:spPr/>
      <dgm:t>
        <a:bodyPr/>
        <a:lstStyle/>
        <a:p>
          <a:pPr latinLnBrk="1"/>
          <a:endParaRPr lang="ko-KR" altLang="en-US"/>
        </a:p>
      </dgm:t>
    </dgm:pt>
    <dgm:pt modelId="{33EB435D-1E3C-483A-B75A-C3884B628012}" type="sibTrans" cxnId="{0E488EEA-57D3-4FC2-B2D4-D93D1B83A14B}">
      <dgm:prSet/>
      <dgm:spPr/>
      <dgm:t>
        <a:bodyPr/>
        <a:lstStyle/>
        <a:p>
          <a:pPr latinLnBrk="1"/>
          <a:endParaRPr lang="ko-KR" altLang="en-US"/>
        </a:p>
      </dgm:t>
    </dgm:pt>
    <dgm:pt modelId="{E979EA4C-30AC-4917-A213-84124584796F}">
      <dgm:prSet phldrT="[텍스트]"/>
      <dgm:spPr/>
      <dgm:t>
        <a:bodyPr/>
        <a:lstStyle/>
        <a:p>
          <a:pPr latinLnBrk="1"/>
          <a:r>
            <a:rPr lang="en-US" dirty="0" smtClean="0"/>
            <a:t>VHDL</a:t>
          </a:r>
          <a:endParaRPr lang="ko-KR" altLang="en-US" dirty="0"/>
        </a:p>
      </dgm:t>
    </dgm:pt>
    <dgm:pt modelId="{B5A7E415-1556-45CC-9A39-7BFDFA73C43B}" type="parTrans" cxnId="{767E850D-4FFD-4504-99B0-D1CA5C094FB0}">
      <dgm:prSet/>
      <dgm:spPr/>
      <dgm:t>
        <a:bodyPr/>
        <a:lstStyle/>
        <a:p>
          <a:pPr latinLnBrk="1"/>
          <a:endParaRPr lang="ko-KR" altLang="en-US"/>
        </a:p>
      </dgm:t>
    </dgm:pt>
    <dgm:pt modelId="{29CB05F0-E2E5-4A94-B833-8E384D33699C}" type="sibTrans" cxnId="{767E850D-4FFD-4504-99B0-D1CA5C094FB0}">
      <dgm:prSet/>
      <dgm:spPr/>
      <dgm:t>
        <a:bodyPr/>
        <a:lstStyle/>
        <a:p>
          <a:pPr latinLnBrk="1"/>
          <a:endParaRPr lang="ko-KR" altLang="en-US"/>
        </a:p>
      </dgm:t>
    </dgm:pt>
    <dgm:pt modelId="{B8BF3FF4-2A2C-4AD4-8DE1-2DD78BBB3C63}">
      <dgm:prSet phldrT="[텍스트]"/>
      <dgm:spPr/>
      <dgm:t>
        <a:bodyPr/>
        <a:lstStyle/>
        <a:p>
          <a:pPr latinLnBrk="1"/>
          <a:r>
            <a:rPr lang="en-US" dirty="0" smtClean="0"/>
            <a:t>Simulation</a:t>
          </a:r>
          <a:endParaRPr lang="ko-KR" altLang="en-US" dirty="0"/>
        </a:p>
      </dgm:t>
    </dgm:pt>
    <dgm:pt modelId="{F76E13DD-716F-414C-B9A6-7F82722B5633}" type="parTrans" cxnId="{59CE11AE-3398-431E-8D9E-8451EF7A2A1F}">
      <dgm:prSet/>
      <dgm:spPr/>
      <dgm:t>
        <a:bodyPr/>
        <a:lstStyle/>
        <a:p>
          <a:pPr latinLnBrk="1"/>
          <a:endParaRPr lang="ko-KR" altLang="en-US"/>
        </a:p>
      </dgm:t>
    </dgm:pt>
    <dgm:pt modelId="{50F66E19-E0A6-4251-A1FF-E473899BB3BA}" type="sibTrans" cxnId="{59CE11AE-3398-431E-8D9E-8451EF7A2A1F}">
      <dgm:prSet/>
      <dgm:spPr/>
      <dgm:t>
        <a:bodyPr/>
        <a:lstStyle/>
        <a:p>
          <a:pPr latinLnBrk="1"/>
          <a:endParaRPr lang="ko-KR" altLang="en-US"/>
        </a:p>
      </dgm:t>
    </dgm:pt>
    <dgm:pt modelId="{456B13AE-8B16-476E-9D8F-B2504AD9DF4A}">
      <dgm:prSet phldrT="[텍스트]"/>
      <dgm:spPr/>
      <dgm:t>
        <a:bodyPr/>
        <a:lstStyle/>
        <a:p>
          <a:pPr latinLnBrk="1"/>
          <a:r>
            <a:rPr lang="en-US" dirty="0" smtClean="0"/>
            <a:t>Download to DE2</a:t>
          </a:r>
          <a:endParaRPr lang="ko-KR" altLang="en-US" dirty="0"/>
        </a:p>
      </dgm:t>
    </dgm:pt>
    <dgm:pt modelId="{28E7E8EB-37FA-440C-82C0-9DD515EDE289}" type="parTrans" cxnId="{3F549378-742C-40FB-A0DD-52BD385908DC}">
      <dgm:prSet/>
      <dgm:spPr/>
      <dgm:t>
        <a:bodyPr/>
        <a:lstStyle/>
        <a:p>
          <a:pPr latinLnBrk="1"/>
          <a:endParaRPr lang="ko-KR" altLang="en-US"/>
        </a:p>
      </dgm:t>
    </dgm:pt>
    <dgm:pt modelId="{439C0430-51D1-4FD3-8E20-7C4DA6E3F5C8}" type="sibTrans" cxnId="{3F549378-742C-40FB-A0DD-52BD385908DC}">
      <dgm:prSet/>
      <dgm:spPr/>
      <dgm:t>
        <a:bodyPr/>
        <a:lstStyle/>
        <a:p>
          <a:pPr latinLnBrk="1"/>
          <a:endParaRPr lang="ko-KR" altLang="en-US"/>
        </a:p>
      </dgm:t>
    </dgm:pt>
    <dgm:pt modelId="{34C822C7-DE80-4B79-B27A-E9205107D3DE}">
      <dgm:prSet phldrT="[텍스트]"/>
      <dgm:spPr/>
      <dgm:t>
        <a:bodyPr/>
        <a:lstStyle/>
        <a:p>
          <a:pPr latinLnBrk="1"/>
          <a:r>
            <a:rPr lang="en-US" dirty="0" smtClean="0"/>
            <a:t>Pin assignment</a:t>
          </a:r>
          <a:endParaRPr lang="ko-KR" altLang="en-US" dirty="0"/>
        </a:p>
      </dgm:t>
    </dgm:pt>
    <dgm:pt modelId="{1E890F08-D75F-4CD3-B607-5699E5AA23D6}" type="parTrans" cxnId="{0B132AA2-D5D0-43CB-9C58-8382E2F9304A}">
      <dgm:prSet/>
      <dgm:spPr/>
      <dgm:t>
        <a:bodyPr/>
        <a:lstStyle/>
        <a:p>
          <a:pPr latinLnBrk="1"/>
          <a:endParaRPr lang="ko-KR" altLang="en-US"/>
        </a:p>
      </dgm:t>
    </dgm:pt>
    <dgm:pt modelId="{D54F6EA9-8E2D-4710-8C9F-F655BC4FBF6C}" type="sibTrans" cxnId="{0B132AA2-D5D0-43CB-9C58-8382E2F9304A}">
      <dgm:prSet/>
      <dgm:spPr/>
      <dgm:t>
        <a:bodyPr/>
        <a:lstStyle/>
        <a:p>
          <a:pPr latinLnBrk="1"/>
          <a:endParaRPr lang="ko-KR" altLang="en-US"/>
        </a:p>
      </dgm:t>
    </dgm:pt>
    <dgm:pt modelId="{114961E4-D872-4DF8-98F3-63D179FE4139}">
      <dgm:prSet phldrT="[텍스트]"/>
      <dgm:spPr/>
      <dgm:t>
        <a:bodyPr/>
        <a:lstStyle/>
        <a:p>
          <a:pPr latinLnBrk="1"/>
          <a:r>
            <a:rPr lang="en-US" dirty="0" smtClean="0"/>
            <a:t>Design</a:t>
          </a:r>
          <a:endParaRPr lang="ko-KR" altLang="en-US" dirty="0"/>
        </a:p>
      </dgm:t>
    </dgm:pt>
    <dgm:pt modelId="{81E13442-41F5-4FDE-A6B8-89849586775F}" type="parTrans" cxnId="{86B2D091-EFFE-4A27-B148-98D35DFA9A41}">
      <dgm:prSet/>
      <dgm:spPr/>
      <dgm:t>
        <a:bodyPr/>
        <a:lstStyle/>
        <a:p>
          <a:pPr latinLnBrk="1"/>
          <a:endParaRPr lang="ko-KR" altLang="en-US"/>
        </a:p>
      </dgm:t>
    </dgm:pt>
    <dgm:pt modelId="{CD45FD67-9399-4861-8868-71BC18A7531E}" type="sibTrans" cxnId="{86B2D091-EFFE-4A27-B148-98D35DFA9A41}">
      <dgm:prSet/>
      <dgm:spPr/>
      <dgm:t>
        <a:bodyPr/>
        <a:lstStyle/>
        <a:p>
          <a:pPr latinLnBrk="1"/>
          <a:endParaRPr lang="ko-KR" altLang="en-US"/>
        </a:p>
      </dgm:t>
    </dgm:pt>
    <dgm:pt modelId="{71D27CC8-3354-4E87-9BF4-48207D5DE617}">
      <dgm:prSet phldrT="[텍스트]"/>
      <dgm:spPr/>
      <dgm:t>
        <a:bodyPr/>
        <a:lstStyle/>
        <a:p>
          <a:pPr latinLnBrk="1"/>
          <a:r>
            <a:rPr lang="en-US" dirty="0" err="1" smtClean="0"/>
            <a:t>Sof</a:t>
          </a:r>
          <a:r>
            <a:rPr lang="en-US" dirty="0" smtClean="0"/>
            <a:t> Mode</a:t>
          </a:r>
          <a:r>
            <a:rPr lang="en-US" altLang="ko-KR" dirty="0" smtClean="0"/>
            <a:t> </a:t>
          </a:r>
          <a:endParaRPr lang="ko-KR" altLang="en-US" dirty="0"/>
        </a:p>
      </dgm:t>
    </dgm:pt>
    <dgm:pt modelId="{8932FEE3-BE1D-4D88-8F92-3E9C31209444}" type="parTrans" cxnId="{373A61D1-01F7-4370-B95A-BE39D4D807A8}">
      <dgm:prSet/>
      <dgm:spPr/>
      <dgm:t>
        <a:bodyPr/>
        <a:lstStyle/>
        <a:p>
          <a:pPr latinLnBrk="1"/>
          <a:endParaRPr lang="ko-KR" altLang="en-US"/>
        </a:p>
      </dgm:t>
    </dgm:pt>
    <dgm:pt modelId="{A5BBA89C-2669-48D2-9456-559911C7D317}" type="sibTrans" cxnId="{373A61D1-01F7-4370-B95A-BE39D4D807A8}">
      <dgm:prSet/>
      <dgm:spPr/>
      <dgm:t>
        <a:bodyPr/>
        <a:lstStyle/>
        <a:p>
          <a:pPr latinLnBrk="1"/>
          <a:endParaRPr lang="ko-KR" altLang="en-US"/>
        </a:p>
      </dgm:t>
    </dgm:pt>
    <dgm:pt modelId="{AEE1974D-F3C5-4778-9F76-273B4777E3D2}">
      <dgm:prSet phldrT="[텍스트]"/>
      <dgm:spPr/>
      <dgm:t>
        <a:bodyPr/>
        <a:lstStyle/>
        <a:p>
          <a:pPr latinLnBrk="1"/>
          <a:r>
            <a:rPr lang="en-US" dirty="0" err="1" smtClean="0"/>
            <a:t>Pof</a:t>
          </a:r>
          <a:r>
            <a:rPr lang="en-US" dirty="0" smtClean="0"/>
            <a:t> Mode</a:t>
          </a:r>
          <a:r>
            <a:rPr lang="en-US" altLang="ko-KR" dirty="0" smtClean="0"/>
            <a:t> </a:t>
          </a:r>
          <a:endParaRPr lang="ko-KR" altLang="en-US" dirty="0"/>
        </a:p>
      </dgm:t>
    </dgm:pt>
    <dgm:pt modelId="{6FBEC6EA-A8BF-406A-92CA-7B463EE10C12}" type="parTrans" cxnId="{20CCAC2C-A97B-4F77-9C7C-FAD5782A6365}">
      <dgm:prSet/>
      <dgm:spPr/>
      <dgm:t>
        <a:bodyPr/>
        <a:lstStyle/>
        <a:p>
          <a:pPr latinLnBrk="1"/>
          <a:endParaRPr lang="ko-KR" altLang="en-US"/>
        </a:p>
      </dgm:t>
    </dgm:pt>
    <dgm:pt modelId="{1EA2CC57-7FBE-42CC-92D6-624D8FB58677}" type="sibTrans" cxnId="{20CCAC2C-A97B-4F77-9C7C-FAD5782A6365}">
      <dgm:prSet/>
      <dgm:spPr/>
      <dgm:t>
        <a:bodyPr/>
        <a:lstStyle/>
        <a:p>
          <a:pPr latinLnBrk="1"/>
          <a:endParaRPr lang="ko-KR" altLang="en-US"/>
        </a:p>
      </dgm:t>
    </dgm:pt>
    <dgm:pt modelId="{0C4CB24D-7C72-4113-9F8F-C64C7B73990E}">
      <dgm:prSet phldrT="[텍스트]"/>
      <dgm:spPr/>
      <dgm:t>
        <a:bodyPr/>
        <a:lstStyle/>
        <a:p>
          <a:pPr latinLnBrk="1"/>
          <a:r>
            <a:rPr lang="en-US" dirty="0" err="1" smtClean="0"/>
            <a:t>Csv</a:t>
          </a:r>
          <a:r>
            <a:rPr lang="en-US" dirty="0" smtClean="0"/>
            <a:t> Type</a:t>
          </a:r>
          <a:endParaRPr lang="ko-KR" altLang="en-US" dirty="0"/>
        </a:p>
      </dgm:t>
    </dgm:pt>
    <dgm:pt modelId="{129126B0-13AC-4674-8766-8280815AC1C6}" type="parTrans" cxnId="{695AA05F-BCBD-4DA9-B329-533A1A8710DE}">
      <dgm:prSet/>
      <dgm:spPr/>
      <dgm:t>
        <a:bodyPr/>
        <a:lstStyle/>
        <a:p>
          <a:pPr latinLnBrk="1"/>
          <a:endParaRPr lang="ko-KR" altLang="en-US"/>
        </a:p>
      </dgm:t>
    </dgm:pt>
    <dgm:pt modelId="{D8484731-1EE9-4BF1-895A-8F74030CA69A}" type="sibTrans" cxnId="{695AA05F-BCBD-4DA9-B329-533A1A8710DE}">
      <dgm:prSet/>
      <dgm:spPr/>
      <dgm:t>
        <a:bodyPr/>
        <a:lstStyle/>
        <a:p>
          <a:pPr latinLnBrk="1"/>
          <a:endParaRPr lang="ko-KR" altLang="en-US"/>
        </a:p>
      </dgm:t>
    </dgm:pt>
    <dgm:pt modelId="{9345E6C3-C4F7-4226-B076-3EFCCF410802}">
      <dgm:prSet phldrT="[텍스트]"/>
      <dgm:spPr/>
      <dgm:t>
        <a:bodyPr/>
        <a:lstStyle/>
        <a:p>
          <a:pPr latinLnBrk="1"/>
          <a:r>
            <a:rPr lang="en-US" dirty="0" err="1" smtClean="0"/>
            <a:t>DownLoad</a:t>
          </a:r>
          <a:endParaRPr lang="ko-KR" altLang="en-US" dirty="0"/>
        </a:p>
      </dgm:t>
    </dgm:pt>
    <dgm:pt modelId="{5CEA0F5F-ED32-4804-82E3-66276095F2E3}" type="sibTrans" cxnId="{6A02F35D-4EC8-4692-9521-9C78BE4AEB18}">
      <dgm:prSet/>
      <dgm:spPr/>
      <dgm:t>
        <a:bodyPr/>
        <a:lstStyle/>
        <a:p>
          <a:pPr latinLnBrk="1"/>
          <a:endParaRPr lang="ko-KR" altLang="en-US"/>
        </a:p>
      </dgm:t>
    </dgm:pt>
    <dgm:pt modelId="{BF40E992-9C4C-4AD8-80C8-6F680D4722E4}" type="parTrans" cxnId="{6A02F35D-4EC8-4692-9521-9C78BE4AEB18}">
      <dgm:prSet/>
      <dgm:spPr/>
      <dgm:t>
        <a:bodyPr/>
        <a:lstStyle/>
        <a:p>
          <a:pPr latinLnBrk="1"/>
          <a:endParaRPr lang="ko-KR" altLang="en-US"/>
        </a:p>
      </dgm:t>
    </dgm:pt>
    <dgm:pt modelId="{77961A6E-0443-4195-BC7A-0635BC10D4FD}">
      <dgm:prSet phldrT="[텍스트]"/>
      <dgm:spPr/>
      <dgm:t>
        <a:bodyPr/>
        <a:lstStyle/>
        <a:p>
          <a:pPr latinLnBrk="1"/>
          <a:r>
            <a:rPr lang="en-US" altLang="ko-KR" dirty="0" err="1" smtClean="0"/>
            <a:t>Pdf</a:t>
          </a:r>
          <a:r>
            <a:rPr lang="en-US" altLang="ko-KR" dirty="0" smtClean="0"/>
            <a:t> Type</a:t>
          </a:r>
          <a:endParaRPr lang="ko-KR" altLang="en-US" dirty="0"/>
        </a:p>
      </dgm:t>
    </dgm:pt>
    <dgm:pt modelId="{CB9B3475-BD04-4E31-83F2-54F8C263D01C}" type="parTrans" cxnId="{7B098D05-AF70-4B93-8171-8E235931F517}">
      <dgm:prSet/>
      <dgm:spPr/>
      <dgm:t>
        <a:bodyPr/>
        <a:lstStyle/>
        <a:p>
          <a:pPr latinLnBrk="1"/>
          <a:endParaRPr lang="ko-KR" altLang="en-US"/>
        </a:p>
      </dgm:t>
    </dgm:pt>
    <dgm:pt modelId="{60205A5C-50D6-48F7-A728-D28203069339}" type="sibTrans" cxnId="{7B098D05-AF70-4B93-8171-8E235931F517}">
      <dgm:prSet/>
      <dgm:spPr/>
      <dgm:t>
        <a:bodyPr/>
        <a:lstStyle/>
        <a:p>
          <a:pPr latinLnBrk="1"/>
          <a:endParaRPr lang="ko-KR" altLang="en-US"/>
        </a:p>
      </dgm:t>
    </dgm:pt>
    <dgm:pt modelId="{C5F9BBC3-DA97-4AC4-97B7-103FB7DF82C0}">
      <dgm:prSet phldrT="[텍스트]"/>
      <dgm:spPr/>
      <dgm:t>
        <a:bodyPr/>
        <a:lstStyle/>
        <a:p>
          <a:pPr latinLnBrk="1"/>
          <a:r>
            <a:rPr lang="en-US" altLang="ko-KR" dirty="0" smtClean="0"/>
            <a:t>Create Project</a:t>
          </a:r>
          <a:endParaRPr lang="ko-KR" altLang="en-US" dirty="0"/>
        </a:p>
      </dgm:t>
    </dgm:pt>
    <dgm:pt modelId="{4338120D-DDDC-480C-A6ED-F4861C9A3446}" type="parTrans" cxnId="{0678C336-C25C-47AE-A498-E9EFF5538096}">
      <dgm:prSet/>
      <dgm:spPr/>
    </dgm:pt>
    <dgm:pt modelId="{A7DF8C91-9C75-49A6-BF1B-2E459FC43DF7}" type="sibTrans" cxnId="{0678C336-C25C-47AE-A498-E9EFF5538096}">
      <dgm:prSet/>
      <dgm:spPr/>
    </dgm:pt>
    <dgm:pt modelId="{0628CE01-3EC9-4081-B253-3910956E60A9}" type="pres">
      <dgm:prSet presAssocID="{0BE1A270-8602-4439-8C2D-6FE864CB409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B9DCD5D-6387-45A7-B51A-6CD65D84FCEF}" type="pres">
      <dgm:prSet presAssocID="{456B13AE-8B16-476E-9D8F-B2504AD9DF4A}" presName="boxAndChildren" presStyleCnt="0"/>
      <dgm:spPr/>
    </dgm:pt>
    <dgm:pt modelId="{DF1D53FA-398F-41B3-9FC6-38DDE1F7D931}" type="pres">
      <dgm:prSet presAssocID="{456B13AE-8B16-476E-9D8F-B2504AD9DF4A}" presName="parentTextBox" presStyleLbl="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02320E44-6D32-402E-99F7-6900884A9BF3}" type="pres">
      <dgm:prSet presAssocID="{456B13AE-8B16-476E-9D8F-B2504AD9DF4A}" presName="entireBox" presStyleLbl="node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DD8B25BC-FD87-457D-8B4A-FE11110BC355}" type="pres">
      <dgm:prSet presAssocID="{456B13AE-8B16-476E-9D8F-B2504AD9DF4A}" presName="descendantBox" presStyleCnt="0"/>
      <dgm:spPr/>
    </dgm:pt>
    <dgm:pt modelId="{1B6E1046-DDAF-405C-80DF-49C1F0A4FAC0}" type="pres">
      <dgm:prSet presAssocID="{34C822C7-DE80-4B79-B27A-E9205107D3DE}" presName="childTextBox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CD22023-03B4-4383-A6AC-52219B87B96E}" type="pres">
      <dgm:prSet presAssocID="{9345E6C3-C4F7-4226-B076-3EFCCF410802}" presName="childTextBox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81C3C5B3-820D-42E6-8AE7-83A853FCB3F6}" type="pres">
      <dgm:prSet presAssocID="{50F66E19-E0A6-4251-A1FF-E473899BB3BA}" presName="sp" presStyleCnt="0"/>
      <dgm:spPr/>
    </dgm:pt>
    <dgm:pt modelId="{C4919541-20B0-46D3-A9C1-25C1C1B29290}" type="pres">
      <dgm:prSet presAssocID="{B8BF3FF4-2A2C-4AD4-8DE1-2DD78BBB3C63}" presName="arrowAndChildren" presStyleCnt="0"/>
      <dgm:spPr/>
    </dgm:pt>
    <dgm:pt modelId="{EBC49D66-4AE7-4F67-B162-69592EEB75FC}" type="pres">
      <dgm:prSet presAssocID="{B8BF3FF4-2A2C-4AD4-8DE1-2DD78BBB3C63}" presName="parentTextArrow" presStyleLbl="node1" presStyleIdx="1" presStyleCnt="4" custScaleY="43045"/>
      <dgm:spPr/>
      <dgm:t>
        <a:bodyPr/>
        <a:lstStyle/>
        <a:p>
          <a:pPr latinLnBrk="1"/>
          <a:endParaRPr lang="ko-KR" altLang="en-US"/>
        </a:p>
      </dgm:t>
    </dgm:pt>
    <dgm:pt modelId="{8C762F7B-FED1-441D-A5A3-1C02C617BABC}" type="pres">
      <dgm:prSet presAssocID="{CD45FD67-9399-4861-8868-71BC18A7531E}" presName="sp" presStyleCnt="0"/>
      <dgm:spPr/>
    </dgm:pt>
    <dgm:pt modelId="{B5E9567C-B6BB-4A32-A8D6-854E20036880}" type="pres">
      <dgm:prSet presAssocID="{114961E4-D872-4DF8-98F3-63D179FE4139}" presName="arrowAndChildren" presStyleCnt="0"/>
      <dgm:spPr/>
    </dgm:pt>
    <dgm:pt modelId="{9C115793-17F8-4B60-9040-073629BCE65E}" type="pres">
      <dgm:prSet presAssocID="{114961E4-D872-4DF8-98F3-63D179FE4139}" presName="parentTextArrow" presStyleLbl="node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738D991B-C857-4BCE-92B8-0C28B69411EA}" type="pres">
      <dgm:prSet presAssocID="{114961E4-D872-4DF8-98F3-63D179FE4139}" presName="arrow" presStyleLbl="node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8464B4D6-81A6-4972-A15C-82CC5D2FBA66}" type="pres">
      <dgm:prSet presAssocID="{114961E4-D872-4DF8-98F3-63D179FE4139}" presName="descendantArrow" presStyleCnt="0"/>
      <dgm:spPr/>
    </dgm:pt>
    <dgm:pt modelId="{C3FDCB0E-297A-4B10-850F-4CE3E4165DE1}" type="pres">
      <dgm:prSet presAssocID="{C76196CD-CB30-4CAF-AF7F-59674B34F236}" presName="childTextArrow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E3F61AD4-507C-4587-A690-FABA32AB5D1F}" type="pres">
      <dgm:prSet presAssocID="{E979EA4C-30AC-4917-A213-84124584796F}" presName="childTextArrow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8A68E51-57B6-439F-9262-F233FB124763}" type="pres">
      <dgm:prSet presAssocID="{A7DF8C91-9C75-49A6-BF1B-2E459FC43DF7}" presName="sp" presStyleCnt="0"/>
      <dgm:spPr/>
    </dgm:pt>
    <dgm:pt modelId="{2BFDC579-48C6-4F4D-B97E-3DE0B1CBECF2}" type="pres">
      <dgm:prSet presAssocID="{C5F9BBC3-DA97-4AC4-97B7-103FB7DF82C0}" presName="arrowAndChildren" presStyleCnt="0"/>
      <dgm:spPr/>
    </dgm:pt>
    <dgm:pt modelId="{87D68166-D8E0-46FF-9917-CF243F57E787}" type="pres">
      <dgm:prSet presAssocID="{C5F9BBC3-DA97-4AC4-97B7-103FB7DF82C0}" presName="parentTextArrow" presStyleLbl="node1" presStyleIdx="3" presStyleCnt="4" custScaleY="55888"/>
      <dgm:spPr/>
      <dgm:t>
        <a:bodyPr/>
        <a:lstStyle/>
        <a:p>
          <a:pPr latinLnBrk="1"/>
          <a:endParaRPr lang="ko-KR" altLang="en-US"/>
        </a:p>
      </dgm:t>
    </dgm:pt>
  </dgm:ptLst>
  <dgm:cxnLst>
    <dgm:cxn modelId="{86B2D091-EFFE-4A27-B148-98D35DFA9A41}" srcId="{0BE1A270-8602-4439-8C2D-6FE864CB4096}" destId="{114961E4-D872-4DF8-98F3-63D179FE4139}" srcOrd="1" destOrd="0" parTransId="{81E13442-41F5-4FDE-A6B8-89849586775F}" sibTransId="{CD45FD67-9399-4861-8868-71BC18A7531E}"/>
    <dgm:cxn modelId="{551B6867-487B-4730-B3F2-9370AAC6EBB6}" type="presOf" srcId="{AEE1974D-F3C5-4778-9F76-273B4777E3D2}" destId="{7CD22023-03B4-4383-A6AC-52219B87B96E}" srcOrd="0" destOrd="2" presId="urn:microsoft.com/office/officeart/2005/8/layout/process4"/>
    <dgm:cxn modelId="{373A61D1-01F7-4370-B95A-BE39D4D807A8}" srcId="{9345E6C3-C4F7-4226-B076-3EFCCF410802}" destId="{71D27CC8-3354-4E87-9BF4-48207D5DE617}" srcOrd="0" destOrd="0" parTransId="{8932FEE3-BE1D-4D88-8F92-3E9C31209444}" sibTransId="{A5BBA89C-2669-48D2-9456-559911C7D317}"/>
    <dgm:cxn modelId="{6A02F35D-4EC8-4692-9521-9C78BE4AEB18}" srcId="{456B13AE-8B16-476E-9D8F-B2504AD9DF4A}" destId="{9345E6C3-C4F7-4226-B076-3EFCCF410802}" srcOrd="1" destOrd="0" parTransId="{BF40E992-9C4C-4AD8-80C8-6F680D4722E4}" sibTransId="{5CEA0F5F-ED32-4804-82E3-66276095F2E3}"/>
    <dgm:cxn modelId="{59CE11AE-3398-431E-8D9E-8451EF7A2A1F}" srcId="{0BE1A270-8602-4439-8C2D-6FE864CB4096}" destId="{B8BF3FF4-2A2C-4AD4-8DE1-2DD78BBB3C63}" srcOrd="2" destOrd="0" parTransId="{F76E13DD-716F-414C-B9A6-7F82722B5633}" sibTransId="{50F66E19-E0A6-4251-A1FF-E473899BB3BA}"/>
    <dgm:cxn modelId="{2ADAFC02-ECE4-41F8-8E85-0C751A6DCA26}" type="presOf" srcId="{34C822C7-DE80-4B79-B27A-E9205107D3DE}" destId="{1B6E1046-DDAF-405C-80DF-49C1F0A4FAC0}" srcOrd="0" destOrd="0" presId="urn:microsoft.com/office/officeart/2005/8/layout/process4"/>
    <dgm:cxn modelId="{8319EFA9-C6F2-4425-869E-D11E2A62B168}" type="presOf" srcId="{114961E4-D872-4DF8-98F3-63D179FE4139}" destId="{738D991B-C857-4BCE-92B8-0C28B69411EA}" srcOrd="1" destOrd="0" presId="urn:microsoft.com/office/officeart/2005/8/layout/process4"/>
    <dgm:cxn modelId="{160A1A53-A79E-49C9-BEA5-C9CDE71A3FEC}" type="presOf" srcId="{9345E6C3-C4F7-4226-B076-3EFCCF410802}" destId="{7CD22023-03B4-4383-A6AC-52219B87B96E}" srcOrd="0" destOrd="0" presId="urn:microsoft.com/office/officeart/2005/8/layout/process4"/>
    <dgm:cxn modelId="{7B098D05-AF70-4B93-8171-8E235931F517}" srcId="{34C822C7-DE80-4B79-B27A-E9205107D3DE}" destId="{77961A6E-0443-4195-BC7A-0635BC10D4FD}" srcOrd="1" destOrd="0" parTransId="{CB9B3475-BD04-4E31-83F2-54F8C263D01C}" sibTransId="{60205A5C-50D6-48F7-A728-D28203069339}"/>
    <dgm:cxn modelId="{305411A3-2BBF-4296-A46C-DD1E1BCEF51E}" type="presOf" srcId="{0C4CB24D-7C72-4113-9F8F-C64C7B73990E}" destId="{1B6E1046-DDAF-405C-80DF-49C1F0A4FAC0}" srcOrd="0" destOrd="1" presId="urn:microsoft.com/office/officeart/2005/8/layout/process4"/>
    <dgm:cxn modelId="{5CAB380A-37D1-4C12-BF44-DF6406320641}" type="presOf" srcId="{77961A6E-0443-4195-BC7A-0635BC10D4FD}" destId="{1B6E1046-DDAF-405C-80DF-49C1F0A4FAC0}" srcOrd="0" destOrd="2" presId="urn:microsoft.com/office/officeart/2005/8/layout/process4"/>
    <dgm:cxn modelId="{D2A20BA9-625E-4286-9939-65D5BD0DA293}" type="presOf" srcId="{B8BF3FF4-2A2C-4AD4-8DE1-2DD78BBB3C63}" destId="{EBC49D66-4AE7-4F67-B162-69592EEB75FC}" srcOrd="0" destOrd="0" presId="urn:microsoft.com/office/officeart/2005/8/layout/process4"/>
    <dgm:cxn modelId="{767E850D-4FFD-4504-99B0-D1CA5C094FB0}" srcId="{114961E4-D872-4DF8-98F3-63D179FE4139}" destId="{E979EA4C-30AC-4917-A213-84124584796F}" srcOrd="1" destOrd="0" parTransId="{B5A7E415-1556-45CC-9A39-7BFDFA73C43B}" sibTransId="{29CB05F0-E2E5-4A94-B833-8E384D33699C}"/>
    <dgm:cxn modelId="{3CEEAD2E-E102-407B-A0B2-90E8F9CF534B}" type="presOf" srcId="{E979EA4C-30AC-4917-A213-84124584796F}" destId="{E3F61AD4-507C-4587-A690-FABA32AB5D1F}" srcOrd="0" destOrd="0" presId="urn:microsoft.com/office/officeart/2005/8/layout/process4"/>
    <dgm:cxn modelId="{0B132AA2-D5D0-43CB-9C58-8382E2F9304A}" srcId="{456B13AE-8B16-476E-9D8F-B2504AD9DF4A}" destId="{34C822C7-DE80-4B79-B27A-E9205107D3DE}" srcOrd="0" destOrd="0" parTransId="{1E890F08-D75F-4CD3-B607-5699E5AA23D6}" sibTransId="{D54F6EA9-8E2D-4710-8C9F-F655BC4FBF6C}"/>
    <dgm:cxn modelId="{20CCAC2C-A97B-4F77-9C7C-FAD5782A6365}" srcId="{9345E6C3-C4F7-4226-B076-3EFCCF410802}" destId="{AEE1974D-F3C5-4778-9F76-273B4777E3D2}" srcOrd="1" destOrd="0" parTransId="{6FBEC6EA-A8BF-406A-92CA-7B463EE10C12}" sibTransId="{1EA2CC57-7FBE-42CC-92D6-624D8FB58677}"/>
    <dgm:cxn modelId="{4AD0BD3F-DD53-436F-AA05-25B20FDBF635}" type="presOf" srcId="{C76196CD-CB30-4CAF-AF7F-59674B34F236}" destId="{C3FDCB0E-297A-4B10-850F-4CE3E4165DE1}" srcOrd="0" destOrd="0" presId="urn:microsoft.com/office/officeart/2005/8/layout/process4"/>
    <dgm:cxn modelId="{461686AC-A5C4-4F03-85BE-5E7382D40704}" type="presOf" srcId="{456B13AE-8B16-476E-9D8F-B2504AD9DF4A}" destId="{02320E44-6D32-402E-99F7-6900884A9BF3}" srcOrd="1" destOrd="0" presId="urn:microsoft.com/office/officeart/2005/8/layout/process4"/>
    <dgm:cxn modelId="{3F549378-742C-40FB-A0DD-52BD385908DC}" srcId="{0BE1A270-8602-4439-8C2D-6FE864CB4096}" destId="{456B13AE-8B16-476E-9D8F-B2504AD9DF4A}" srcOrd="3" destOrd="0" parTransId="{28E7E8EB-37FA-440C-82C0-9DD515EDE289}" sibTransId="{439C0430-51D1-4FD3-8E20-7C4DA6E3F5C8}"/>
    <dgm:cxn modelId="{0E488EEA-57D3-4FC2-B2D4-D93D1B83A14B}" srcId="{114961E4-D872-4DF8-98F3-63D179FE4139}" destId="{C76196CD-CB30-4CAF-AF7F-59674B34F236}" srcOrd="0" destOrd="0" parTransId="{BB3B05F9-DA16-4B71-B7A7-1B4BC033630C}" sibTransId="{33EB435D-1E3C-483A-B75A-C3884B628012}"/>
    <dgm:cxn modelId="{FD043F80-A63A-4555-B1E0-691367D14964}" type="presOf" srcId="{114961E4-D872-4DF8-98F3-63D179FE4139}" destId="{9C115793-17F8-4B60-9040-073629BCE65E}" srcOrd="0" destOrd="0" presId="urn:microsoft.com/office/officeart/2005/8/layout/process4"/>
    <dgm:cxn modelId="{BD2B45C8-75B0-4525-B415-645BC9EB90F4}" type="presOf" srcId="{71D27CC8-3354-4E87-9BF4-48207D5DE617}" destId="{7CD22023-03B4-4383-A6AC-52219B87B96E}" srcOrd="0" destOrd="1" presId="urn:microsoft.com/office/officeart/2005/8/layout/process4"/>
    <dgm:cxn modelId="{695AA05F-BCBD-4DA9-B329-533A1A8710DE}" srcId="{34C822C7-DE80-4B79-B27A-E9205107D3DE}" destId="{0C4CB24D-7C72-4113-9F8F-C64C7B73990E}" srcOrd="0" destOrd="0" parTransId="{129126B0-13AC-4674-8766-8280815AC1C6}" sibTransId="{D8484731-1EE9-4BF1-895A-8F74030CA69A}"/>
    <dgm:cxn modelId="{0678C336-C25C-47AE-A498-E9EFF5538096}" srcId="{0BE1A270-8602-4439-8C2D-6FE864CB4096}" destId="{C5F9BBC3-DA97-4AC4-97B7-103FB7DF82C0}" srcOrd="0" destOrd="0" parTransId="{4338120D-DDDC-480C-A6ED-F4861C9A3446}" sibTransId="{A7DF8C91-9C75-49A6-BF1B-2E459FC43DF7}"/>
    <dgm:cxn modelId="{02A31AFD-4D91-42BC-95C1-5ECEFEA22CFA}" type="presOf" srcId="{456B13AE-8B16-476E-9D8F-B2504AD9DF4A}" destId="{DF1D53FA-398F-41B3-9FC6-38DDE1F7D931}" srcOrd="0" destOrd="0" presId="urn:microsoft.com/office/officeart/2005/8/layout/process4"/>
    <dgm:cxn modelId="{02122E76-9E5B-42F1-A047-B0D026EE0745}" type="presOf" srcId="{0BE1A270-8602-4439-8C2D-6FE864CB4096}" destId="{0628CE01-3EC9-4081-B253-3910956E60A9}" srcOrd="0" destOrd="0" presId="urn:microsoft.com/office/officeart/2005/8/layout/process4"/>
    <dgm:cxn modelId="{912A9F64-DD7C-4601-AC2E-01FE91F9BEB2}" type="presOf" srcId="{C5F9BBC3-DA97-4AC4-97B7-103FB7DF82C0}" destId="{87D68166-D8E0-46FF-9917-CF243F57E787}" srcOrd="0" destOrd="0" presId="urn:microsoft.com/office/officeart/2005/8/layout/process4"/>
    <dgm:cxn modelId="{80433531-AF9A-4ED4-8964-84DD871FA9AD}" type="presParOf" srcId="{0628CE01-3EC9-4081-B253-3910956E60A9}" destId="{8B9DCD5D-6387-45A7-B51A-6CD65D84FCEF}" srcOrd="0" destOrd="0" presId="urn:microsoft.com/office/officeart/2005/8/layout/process4"/>
    <dgm:cxn modelId="{6B41B7ED-4859-4C74-82E4-01E1B7C4DA60}" type="presParOf" srcId="{8B9DCD5D-6387-45A7-B51A-6CD65D84FCEF}" destId="{DF1D53FA-398F-41B3-9FC6-38DDE1F7D931}" srcOrd="0" destOrd="0" presId="urn:microsoft.com/office/officeart/2005/8/layout/process4"/>
    <dgm:cxn modelId="{E3A9B2FF-5017-490A-BC45-9035790CD848}" type="presParOf" srcId="{8B9DCD5D-6387-45A7-B51A-6CD65D84FCEF}" destId="{02320E44-6D32-402E-99F7-6900884A9BF3}" srcOrd="1" destOrd="0" presId="urn:microsoft.com/office/officeart/2005/8/layout/process4"/>
    <dgm:cxn modelId="{EE3A4CDD-6C56-4DA8-A649-F5B11A897AA8}" type="presParOf" srcId="{8B9DCD5D-6387-45A7-B51A-6CD65D84FCEF}" destId="{DD8B25BC-FD87-457D-8B4A-FE11110BC355}" srcOrd="2" destOrd="0" presId="urn:microsoft.com/office/officeart/2005/8/layout/process4"/>
    <dgm:cxn modelId="{57FA553C-0CAF-48C8-8558-A54BE59148EE}" type="presParOf" srcId="{DD8B25BC-FD87-457D-8B4A-FE11110BC355}" destId="{1B6E1046-DDAF-405C-80DF-49C1F0A4FAC0}" srcOrd="0" destOrd="0" presId="urn:microsoft.com/office/officeart/2005/8/layout/process4"/>
    <dgm:cxn modelId="{6D056052-00A5-4193-95E1-CFCFD520678D}" type="presParOf" srcId="{DD8B25BC-FD87-457D-8B4A-FE11110BC355}" destId="{7CD22023-03B4-4383-A6AC-52219B87B96E}" srcOrd="1" destOrd="0" presId="urn:microsoft.com/office/officeart/2005/8/layout/process4"/>
    <dgm:cxn modelId="{8E197EEE-CE5B-4227-90A7-689F85DA847B}" type="presParOf" srcId="{0628CE01-3EC9-4081-B253-3910956E60A9}" destId="{81C3C5B3-820D-42E6-8AE7-83A853FCB3F6}" srcOrd="1" destOrd="0" presId="urn:microsoft.com/office/officeart/2005/8/layout/process4"/>
    <dgm:cxn modelId="{A00468BC-306D-4199-A1F7-578B9ED52FD8}" type="presParOf" srcId="{0628CE01-3EC9-4081-B253-3910956E60A9}" destId="{C4919541-20B0-46D3-A9C1-25C1C1B29290}" srcOrd="2" destOrd="0" presId="urn:microsoft.com/office/officeart/2005/8/layout/process4"/>
    <dgm:cxn modelId="{52B6A3AA-B384-4BE7-A356-76D8652AEDD3}" type="presParOf" srcId="{C4919541-20B0-46D3-A9C1-25C1C1B29290}" destId="{EBC49D66-4AE7-4F67-B162-69592EEB75FC}" srcOrd="0" destOrd="0" presId="urn:microsoft.com/office/officeart/2005/8/layout/process4"/>
    <dgm:cxn modelId="{0BEC45EE-A161-45DC-955E-81BD64AB1BA7}" type="presParOf" srcId="{0628CE01-3EC9-4081-B253-3910956E60A9}" destId="{8C762F7B-FED1-441D-A5A3-1C02C617BABC}" srcOrd="3" destOrd="0" presId="urn:microsoft.com/office/officeart/2005/8/layout/process4"/>
    <dgm:cxn modelId="{E9B2FAA3-EFC8-4100-8CBA-BD670E5A1FA5}" type="presParOf" srcId="{0628CE01-3EC9-4081-B253-3910956E60A9}" destId="{B5E9567C-B6BB-4A32-A8D6-854E20036880}" srcOrd="4" destOrd="0" presId="urn:microsoft.com/office/officeart/2005/8/layout/process4"/>
    <dgm:cxn modelId="{1A0ADE06-351F-4E5D-B836-CCED8D554B23}" type="presParOf" srcId="{B5E9567C-B6BB-4A32-A8D6-854E20036880}" destId="{9C115793-17F8-4B60-9040-073629BCE65E}" srcOrd="0" destOrd="0" presId="urn:microsoft.com/office/officeart/2005/8/layout/process4"/>
    <dgm:cxn modelId="{9CA77371-B5B6-46DA-AE97-DE3F8C2830FD}" type="presParOf" srcId="{B5E9567C-B6BB-4A32-A8D6-854E20036880}" destId="{738D991B-C857-4BCE-92B8-0C28B69411EA}" srcOrd="1" destOrd="0" presId="urn:microsoft.com/office/officeart/2005/8/layout/process4"/>
    <dgm:cxn modelId="{10F4426D-6726-41E3-9B5E-53C8769F3270}" type="presParOf" srcId="{B5E9567C-B6BB-4A32-A8D6-854E20036880}" destId="{8464B4D6-81A6-4972-A15C-82CC5D2FBA66}" srcOrd="2" destOrd="0" presId="urn:microsoft.com/office/officeart/2005/8/layout/process4"/>
    <dgm:cxn modelId="{9071AE22-9CE6-4C99-A3AB-4DAC5DCDCB4D}" type="presParOf" srcId="{8464B4D6-81A6-4972-A15C-82CC5D2FBA66}" destId="{C3FDCB0E-297A-4B10-850F-4CE3E4165DE1}" srcOrd="0" destOrd="0" presId="urn:microsoft.com/office/officeart/2005/8/layout/process4"/>
    <dgm:cxn modelId="{81AB635B-8A51-4C29-B284-530969B340AA}" type="presParOf" srcId="{8464B4D6-81A6-4972-A15C-82CC5D2FBA66}" destId="{E3F61AD4-507C-4587-A690-FABA32AB5D1F}" srcOrd="1" destOrd="0" presId="urn:microsoft.com/office/officeart/2005/8/layout/process4"/>
    <dgm:cxn modelId="{F5668D20-D1BE-4C72-9948-0950EE6DD72A}" type="presParOf" srcId="{0628CE01-3EC9-4081-B253-3910956E60A9}" destId="{78A68E51-57B6-439F-9262-F233FB124763}" srcOrd="5" destOrd="0" presId="urn:microsoft.com/office/officeart/2005/8/layout/process4"/>
    <dgm:cxn modelId="{CFE1D034-A82C-4650-9C48-EBF9759DBF73}" type="presParOf" srcId="{0628CE01-3EC9-4081-B253-3910956E60A9}" destId="{2BFDC579-48C6-4F4D-B97E-3DE0B1CBECF2}" srcOrd="6" destOrd="0" presId="urn:microsoft.com/office/officeart/2005/8/layout/process4"/>
    <dgm:cxn modelId="{96FBEB30-6970-4FDC-9F21-6319AEF35DCE}" type="presParOf" srcId="{2BFDC579-48C6-4F4D-B97E-3DE0B1CBECF2}" destId="{87D68166-D8E0-46FF-9917-CF243F57E787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320E44-6D32-402E-99F7-6900884A9BF3}">
      <dsp:nvSpPr>
        <dsp:cNvPr id="0" name=""/>
        <dsp:cNvSpPr/>
      </dsp:nvSpPr>
      <dsp:spPr>
        <a:xfrm>
          <a:off x="0" y="3164671"/>
          <a:ext cx="6096000" cy="104959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8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5000" dist="25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Download to DE2</a:t>
          </a:r>
          <a:endParaRPr lang="ko-KR" altLang="en-US" sz="1600" kern="1200" dirty="0"/>
        </a:p>
      </dsp:txBody>
      <dsp:txXfrm>
        <a:off x="0" y="3164671"/>
        <a:ext cx="6096000" cy="566780"/>
      </dsp:txXfrm>
    </dsp:sp>
    <dsp:sp modelId="{1B6E1046-DDAF-405C-80DF-49C1F0A4FAC0}">
      <dsp:nvSpPr>
        <dsp:cNvPr id="0" name=""/>
        <dsp:cNvSpPr/>
      </dsp:nvSpPr>
      <dsp:spPr>
        <a:xfrm>
          <a:off x="0" y="3710461"/>
          <a:ext cx="3047999" cy="482813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48000" cap="flat" cmpd="thickThin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t" anchorCtr="0">
          <a:noAutofit/>
        </a:bodyPr>
        <a:lstStyle/>
        <a:p>
          <a:pPr lvl="0" algn="l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Pin assignment</a:t>
          </a:r>
          <a:endParaRPr lang="ko-KR" altLang="en-US" sz="1000" kern="1200" dirty="0"/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800" kern="1200" dirty="0" err="1" smtClean="0"/>
            <a:t>Csv</a:t>
          </a:r>
          <a:r>
            <a:rPr lang="en-US" sz="800" kern="1200" dirty="0" smtClean="0"/>
            <a:t> Type</a:t>
          </a:r>
          <a:endParaRPr lang="ko-KR" altLang="en-US" sz="800" kern="1200" dirty="0"/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altLang="ko-KR" sz="800" kern="1200" dirty="0" err="1" smtClean="0"/>
            <a:t>Pdf</a:t>
          </a:r>
          <a:r>
            <a:rPr lang="en-US" altLang="ko-KR" sz="800" kern="1200" dirty="0" smtClean="0"/>
            <a:t> Type</a:t>
          </a:r>
          <a:endParaRPr lang="ko-KR" altLang="en-US" sz="800" kern="1200" dirty="0"/>
        </a:p>
      </dsp:txBody>
      <dsp:txXfrm>
        <a:off x="0" y="3710461"/>
        <a:ext cx="3047999" cy="482813"/>
      </dsp:txXfrm>
    </dsp:sp>
    <dsp:sp modelId="{7CD22023-03B4-4383-A6AC-52219B87B96E}">
      <dsp:nvSpPr>
        <dsp:cNvPr id="0" name=""/>
        <dsp:cNvSpPr/>
      </dsp:nvSpPr>
      <dsp:spPr>
        <a:xfrm>
          <a:off x="3048000" y="3710461"/>
          <a:ext cx="3047999" cy="482813"/>
        </a:xfrm>
        <a:prstGeom prst="rect">
          <a:avLst/>
        </a:prstGeom>
        <a:solidFill>
          <a:schemeClr val="accent4">
            <a:tint val="40000"/>
            <a:alpha val="90000"/>
            <a:hueOff val="-2140800"/>
            <a:satOff val="14049"/>
            <a:lumOff val="826"/>
            <a:alphaOff val="0"/>
          </a:schemeClr>
        </a:solidFill>
        <a:ln w="48000" cap="flat" cmpd="thickThin" algn="ctr">
          <a:solidFill>
            <a:schemeClr val="accent4">
              <a:tint val="40000"/>
              <a:alpha val="90000"/>
              <a:hueOff val="-2140800"/>
              <a:satOff val="14049"/>
              <a:lumOff val="8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t" anchorCtr="0">
          <a:noAutofit/>
        </a:bodyPr>
        <a:lstStyle/>
        <a:p>
          <a:pPr lvl="0" algn="l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err="1" smtClean="0"/>
            <a:t>DownLoad</a:t>
          </a:r>
          <a:endParaRPr lang="ko-KR" altLang="en-US" sz="1000" kern="1200" dirty="0"/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800" kern="1200" dirty="0" err="1" smtClean="0"/>
            <a:t>Sof</a:t>
          </a:r>
          <a:r>
            <a:rPr lang="en-US" sz="800" kern="1200" dirty="0" smtClean="0"/>
            <a:t> Mode</a:t>
          </a:r>
          <a:r>
            <a:rPr lang="en-US" altLang="ko-KR" sz="800" kern="1200" dirty="0" smtClean="0"/>
            <a:t> </a:t>
          </a:r>
          <a:endParaRPr lang="ko-KR" altLang="en-US" sz="800" kern="1200" dirty="0"/>
        </a:p>
        <a:p>
          <a:pPr marL="57150" lvl="1" indent="-57150" algn="l" defTabSz="3556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800" kern="1200" dirty="0" err="1" smtClean="0"/>
            <a:t>Pof</a:t>
          </a:r>
          <a:r>
            <a:rPr lang="en-US" sz="800" kern="1200" dirty="0" smtClean="0"/>
            <a:t> Mode</a:t>
          </a:r>
          <a:r>
            <a:rPr lang="en-US" altLang="ko-KR" sz="800" kern="1200" dirty="0" smtClean="0"/>
            <a:t> </a:t>
          </a:r>
          <a:endParaRPr lang="ko-KR" altLang="en-US" sz="800" kern="1200" dirty="0"/>
        </a:p>
      </dsp:txBody>
      <dsp:txXfrm>
        <a:off x="3048000" y="3710461"/>
        <a:ext cx="3047999" cy="482813"/>
      </dsp:txXfrm>
    </dsp:sp>
    <dsp:sp modelId="{EBC49D66-4AE7-4F67-B162-69592EEB75FC}">
      <dsp:nvSpPr>
        <dsp:cNvPr id="0" name=""/>
        <dsp:cNvSpPr/>
      </dsp:nvSpPr>
      <dsp:spPr>
        <a:xfrm rot="10800000">
          <a:off x="0" y="2485550"/>
          <a:ext cx="6096000" cy="694865"/>
        </a:xfrm>
        <a:prstGeom prst="upArrowCallout">
          <a:avLst/>
        </a:prstGeom>
        <a:solidFill>
          <a:schemeClr val="accent4">
            <a:hueOff val="-2010380"/>
            <a:satOff val="14035"/>
            <a:lumOff val="1503"/>
            <a:alphaOff val="0"/>
          </a:schemeClr>
        </a:solidFill>
        <a:ln w="48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5000" dist="25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Simulation</a:t>
          </a:r>
          <a:endParaRPr lang="ko-KR" altLang="en-US" sz="1600" kern="1200" dirty="0"/>
        </a:p>
      </dsp:txBody>
      <dsp:txXfrm rot="10800000">
        <a:off x="0" y="2485550"/>
        <a:ext cx="6096000" cy="451502"/>
      </dsp:txXfrm>
    </dsp:sp>
    <dsp:sp modelId="{738D991B-C857-4BCE-92B8-0C28B69411EA}">
      <dsp:nvSpPr>
        <dsp:cNvPr id="0" name=""/>
        <dsp:cNvSpPr/>
      </dsp:nvSpPr>
      <dsp:spPr>
        <a:xfrm rot="10800000">
          <a:off x="0" y="887018"/>
          <a:ext cx="6096000" cy="1614276"/>
        </a:xfrm>
        <a:prstGeom prst="upArrowCallout">
          <a:avLst/>
        </a:prstGeom>
        <a:solidFill>
          <a:schemeClr val="accent4">
            <a:hueOff val="-4020761"/>
            <a:satOff val="28070"/>
            <a:lumOff val="3006"/>
            <a:alphaOff val="0"/>
          </a:schemeClr>
        </a:solidFill>
        <a:ln w="48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5000" dist="25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Design</a:t>
          </a:r>
          <a:endParaRPr lang="ko-KR" altLang="en-US" sz="1600" kern="1200" dirty="0"/>
        </a:p>
      </dsp:txBody>
      <dsp:txXfrm rot="-10800000">
        <a:off x="0" y="887018"/>
        <a:ext cx="6096000" cy="566610"/>
      </dsp:txXfrm>
    </dsp:sp>
    <dsp:sp modelId="{C3FDCB0E-297A-4B10-850F-4CE3E4165DE1}">
      <dsp:nvSpPr>
        <dsp:cNvPr id="0" name=""/>
        <dsp:cNvSpPr/>
      </dsp:nvSpPr>
      <dsp:spPr>
        <a:xfrm>
          <a:off x="0" y="1453629"/>
          <a:ext cx="3047999" cy="482668"/>
        </a:xfrm>
        <a:prstGeom prst="rect">
          <a:avLst/>
        </a:prstGeom>
        <a:solidFill>
          <a:schemeClr val="accent4">
            <a:tint val="40000"/>
            <a:alpha val="90000"/>
            <a:hueOff val="-4281600"/>
            <a:satOff val="28098"/>
            <a:lumOff val="1652"/>
            <a:alphaOff val="0"/>
          </a:schemeClr>
        </a:solidFill>
        <a:ln w="48000" cap="flat" cmpd="thickThin" algn="ctr">
          <a:solidFill>
            <a:schemeClr val="accent4">
              <a:tint val="40000"/>
              <a:alpha val="90000"/>
              <a:hueOff val="-4281600"/>
              <a:satOff val="28098"/>
              <a:lumOff val="165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Schematic</a:t>
          </a:r>
          <a:endParaRPr lang="ko-KR" altLang="en-US" sz="1000" kern="1200" dirty="0"/>
        </a:p>
      </dsp:txBody>
      <dsp:txXfrm>
        <a:off x="0" y="1453629"/>
        <a:ext cx="3047999" cy="482668"/>
      </dsp:txXfrm>
    </dsp:sp>
    <dsp:sp modelId="{E3F61AD4-507C-4587-A690-FABA32AB5D1F}">
      <dsp:nvSpPr>
        <dsp:cNvPr id="0" name=""/>
        <dsp:cNvSpPr/>
      </dsp:nvSpPr>
      <dsp:spPr>
        <a:xfrm>
          <a:off x="3048000" y="1453629"/>
          <a:ext cx="3047999" cy="482668"/>
        </a:xfrm>
        <a:prstGeom prst="rect">
          <a:avLst/>
        </a:prstGeom>
        <a:solidFill>
          <a:schemeClr val="accent4">
            <a:tint val="40000"/>
            <a:alpha val="90000"/>
            <a:hueOff val="-6422399"/>
            <a:satOff val="42147"/>
            <a:lumOff val="2478"/>
            <a:alphaOff val="0"/>
          </a:schemeClr>
        </a:solidFill>
        <a:ln w="48000" cap="flat" cmpd="thickThin" algn="ctr">
          <a:solidFill>
            <a:schemeClr val="accent4">
              <a:tint val="40000"/>
              <a:alpha val="90000"/>
              <a:hueOff val="-6422399"/>
              <a:satOff val="42147"/>
              <a:lumOff val="24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lvl="0" algn="ctr" defTabSz="444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 smtClean="0"/>
            <a:t>VHDL</a:t>
          </a:r>
          <a:endParaRPr lang="ko-KR" altLang="en-US" sz="1000" kern="1200" dirty="0"/>
        </a:p>
      </dsp:txBody>
      <dsp:txXfrm>
        <a:off x="3048000" y="1453629"/>
        <a:ext cx="3047999" cy="482668"/>
      </dsp:txXfrm>
    </dsp:sp>
    <dsp:sp modelId="{87D68166-D8E0-46FF-9917-CF243F57E787}">
      <dsp:nvSpPr>
        <dsp:cNvPr id="0" name=""/>
        <dsp:cNvSpPr/>
      </dsp:nvSpPr>
      <dsp:spPr>
        <a:xfrm rot="10800000">
          <a:off x="0" y="575"/>
          <a:ext cx="6096000" cy="902186"/>
        </a:xfrm>
        <a:prstGeom prst="upArrowCallout">
          <a:avLst/>
        </a:prstGeom>
        <a:solidFill>
          <a:schemeClr val="accent4">
            <a:hueOff val="-6031141"/>
            <a:satOff val="42105"/>
            <a:lumOff val="4509"/>
            <a:alphaOff val="0"/>
          </a:schemeClr>
        </a:solidFill>
        <a:ln w="48500" cap="flat" cmpd="thickThin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5000" dist="25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ko-KR" sz="1600" kern="1200" dirty="0" smtClean="0"/>
            <a:t>Create Project</a:t>
          </a:r>
          <a:endParaRPr lang="ko-KR" altLang="en-US" sz="1600" kern="1200" dirty="0"/>
        </a:p>
      </dsp:txBody>
      <dsp:txXfrm rot="10800000">
        <a:off x="0" y="575"/>
        <a:ext cx="6096000" cy="5862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ko-KR" altLang="en-US" smtClean="0"/>
              <a:t>마스터 부제목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직사각형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2013-12-01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2013-12-01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2013-12-01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2013-12-01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2013-12-01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2" name="직사각형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ko-KR" altLang="en-US" smtClean="0"/>
              <a:t>그림을 추가하려면 아이콘을 클릭하십시오</a:t>
            </a:r>
            <a:endParaRPr kumimoji="0"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2013-12-01</a:t>
            </a:fld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lang="ko-KR" altLang="en-US" smtClean="0"/>
              <a:t>둘째 수준</a:t>
            </a:r>
          </a:p>
          <a:p>
            <a:pPr lvl="2" eaLnBrk="1" latinLnBrk="0" hangingPunct="1"/>
            <a:r>
              <a:rPr lang="ko-KR" altLang="en-US" smtClean="0"/>
              <a:t>셋째 수준</a:t>
            </a:r>
          </a:p>
          <a:p>
            <a:pPr lvl="3" eaLnBrk="1" latinLnBrk="0" hangingPunct="1"/>
            <a:r>
              <a:rPr lang="ko-KR" altLang="en-US" smtClean="0"/>
              <a:t>넷째 수준</a:t>
            </a:r>
          </a:p>
          <a:p>
            <a:pPr lvl="4" eaLnBrk="1" latinLnBrk="0" hangingPunct="1"/>
            <a:r>
              <a:rPr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F4460-E195-4D0A-A690-6BF81554E894}" type="datetimeFigureOut">
              <a:rPr lang="ko-KR" altLang="en-US" smtClean="0"/>
              <a:pPr/>
              <a:t>2013-12-01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직사각형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ko-KR" altLang="en-US" smtClean="0"/>
              <a:t>마스터 제목 스타일 편집</a:t>
            </a:r>
            <a:endParaRPr kumimoji="0"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ko-KR" altLang="en-US" smtClean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smtClean="0"/>
              <a:t>둘째 수준</a:t>
            </a:r>
          </a:p>
          <a:p>
            <a:pPr lvl="2" eaLnBrk="1" latinLnBrk="0" hangingPunct="1"/>
            <a:r>
              <a:rPr kumimoji="0" lang="ko-KR" altLang="en-US" smtClean="0"/>
              <a:t>셋째 수준</a:t>
            </a:r>
          </a:p>
          <a:p>
            <a:pPr lvl="3" eaLnBrk="1" latinLnBrk="0" hangingPunct="1"/>
            <a:r>
              <a:rPr kumimoji="0" lang="ko-KR" altLang="en-US" smtClean="0"/>
              <a:t>넷째 수준</a:t>
            </a:r>
          </a:p>
          <a:p>
            <a:pPr lvl="4" eaLnBrk="1" latinLnBrk="0" hangingPunct="1"/>
            <a:r>
              <a:rPr kumimoji="0" lang="ko-KR" altLang="en-US" smtClean="0"/>
              <a:t>다섯째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49AF4460-E195-4D0A-A690-6BF81554E894}" type="datetimeFigureOut">
              <a:rPr lang="ko-KR" altLang="en-US" smtClean="0"/>
              <a:pPr/>
              <a:t>2013-12-01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42BE2E8E-FEF2-4C57-89E3-A807A30C4CC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1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1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1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1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1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1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1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1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1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1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://instruct1.cit.cornell.edu/courses/ece576/DE2/DE2_pin_assignments.csv" TargetMode="External"/><Relationship Id="rId2" Type="http://schemas.openxmlformats.org/officeDocument/2006/relationships/hyperlink" Target="http://chorogyi.tistory.com/attachment/ik240000000000.pdf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terasic.com.tw/attachment/archive/30/DE2_Pin_Table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VHDL</a:t>
            </a:r>
            <a:br>
              <a:rPr lang="en-US" altLang="ko-KR" dirty="0" smtClean="0"/>
            </a:b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err="1" smtClean="0"/>
              <a:t>Quartus</a:t>
            </a:r>
            <a:r>
              <a:rPr lang="en-US" altLang="ko-KR" dirty="0" smtClean="0"/>
              <a:t> Ⅱ </a:t>
            </a:r>
            <a:r>
              <a:rPr lang="ko-KR" altLang="en-US" dirty="0" smtClean="0"/>
              <a:t>사용법</a:t>
            </a:r>
            <a:endParaRPr lang="ko-KR" altLang="en-US" dirty="0"/>
          </a:p>
        </p:txBody>
      </p:sp>
      <p:sp>
        <p:nvSpPr>
          <p:cNvPr id="4" name="부제목 2"/>
          <p:cNvSpPr txBox="1">
            <a:spLocks/>
          </p:cNvSpPr>
          <p:nvPr/>
        </p:nvSpPr>
        <p:spPr>
          <a:xfrm>
            <a:off x="6858016" y="6357958"/>
            <a:ext cx="1933532" cy="356608"/>
          </a:xfrm>
          <a:prstGeom prst="rect">
            <a:avLst/>
          </a:prstGeom>
        </p:spPr>
        <p:txBody>
          <a:bodyPr vert="horz" lIns="118872" tIns="0" rIns="45720" bIns="0" rtlCol="0" anchor="b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None/>
              <a:tabLst/>
              <a:defRPr/>
            </a:pPr>
            <a:r>
              <a:rPr lang="en-US" altLang="ko-KR" sz="2000" dirty="0" smtClean="0">
                <a:solidFill>
                  <a:srgbClr val="FFFFFF"/>
                </a:solidFill>
              </a:rPr>
              <a:t>By </a:t>
            </a:r>
            <a:r>
              <a:rPr lang="en-US" altLang="ko-KR" sz="2000" dirty="0" smtClean="0">
                <a:solidFill>
                  <a:srgbClr val="FFFFFF"/>
                </a:solidFill>
              </a:rPr>
              <a:t>Soochan Kim</a:t>
            </a: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Quartus</a:t>
            </a:r>
            <a:r>
              <a:rPr lang="en-US" altLang="ko-KR" dirty="0" smtClean="0"/>
              <a:t> Ⅱ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smtClean="0"/>
              <a:t>설치방법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 bwMode="auto">
          <a:xfrm>
            <a:off x="285720" y="779198"/>
            <a:ext cx="6081203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내용 개체 틀 6"/>
          <p:cNvSpPr>
            <a:spLocks noGrp="1"/>
          </p:cNvSpPr>
          <p:nvPr>
            <p:ph sz="half" idx="4294967295"/>
          </p:nvPr>
        </p:nvSpPr>
        <p:spPr>
          <a:xfrm>
            <a:off x="0" y="0"/>
            <a:ext cx="9144000" cy="1500174"/>
          </a:xfrm>
        </p:spPr>
        <p:txBody>
          <a:bodyPr/>
          <a:lstStyle/>
          <a:p>
            <a:pPr>
              <a:buNone/>
            </a:pPr>
            <a:r>
              <a:rPr lang="en-US" altLang="ko-KR" dirty="0" smtClean="0"/>
              <a:t>http://www.altera.com/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929058" y="1000108"/>
            <a:ext cx="857256" cy="142876"/>
          </a:xfrm>
          <a:prstGeom prst="rect">
            <a:avLst/>
          </a:prstGeom>
          <a:noFill/>
          <a:ln w="28575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6" y="4286256"/>
            <a:ext cx="6684963" cy="2295525"/>
          </a:xfrm>
          <a:prstGeom prst="rect">
            <a:avLst/>
          </a:prstGeom>
          <a:noFill/>
          <a:ln w="222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11" name="직사각형 10"/>
          <p:cNvSpPr/>
          <p:nvPr/>
        </p:nvSpPr>
        <p:spPr>
          <a:xfrm>
            <a:off x="3786182" y="5072074"/>
            <a:ext cx="5000660" cy="357190"/>
          </a:xfrm>
          <a:prstGeom prst="rect">
            <a:avLst/>
          </a:prstGeom>
          <a:noFill/>
          <a:ln w="28575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구부러진 연결선 12"/>
          <p:cNvCxnSpPr/>
          <p:nvPr/>
        </p:nvCxnSpPr>
        <p:spPr>
          <a:xfrm rot="16200000" flipH="1">
            <a:off x="3929058" y="2000240"/>
            <a:ext cx="3786214" cy="2357454"/>
          </a:xfrm>
          <a:prstGeom prst="curvedConnector3">
            <a:avLst>
              <a:gd name="adj1" fmla="val 50000"/>
            </a:avLst>
          </a:prstGeom>
          <a:ln w="762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/>
          <p:cNvSpPr>
            <a:spLocks noGrp="1"/>
          </p:cNvSpPr>
          <p:nvPr>
            <p:ph sz="half" idx="4294967295"/>
          </p:nvPr>
        </p:nvSpPr>
        <p:spPr>
          <a:xfrm>
            <a:off x="0" y="0"/>
            <a:ext cx="9144000" cy="1500174"/>
          </a:xfrm>
        </p:spPr>
        <p:txBody>
          <a:bodyPr/>
          <a:lstStyle/>
          <a:p>
            <a:pPr>
              <a:buNone/>
            </a:pPr>
            <a:r>
              <a:rPr lang="en-US" altLang="ko-KR" dirty="0" smtClean="0"/>
              <a:t>Download </a:t>
            </a:r>
            <a:r>
              <a:rPr lang="ko-KR" altLang="en-US" dirty="0" smtClean="0"/>
              <a:t>클릭 </a:t>
            </a:r>
            <a:r>
              <a:rPr lang="en-US" altLang="ko-KR" dirty="0" smtClean="0"/>
              <a:t>-&gt; Sign In -&gt; Download</a:t>
            </a:r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571481"/>
            <a:ext cx="4525613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직사각형 8"/>
          <p:cNvSpPr/>
          <p:nvPr/>
        </p:nvSpPr>
        <p:spPr>
          <a:xfrm>
            <a:off x="214282" y="1714488"/>
            <a:ext cx="4500594" cy="428628"/>
          </a:xfrm>
          <a:prstGeom prst="rect">
            <a:avLst/>
          </a:prstGeom>
          <a:noFill/>
          <a:ln w="28575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14876" y="4000500"/>
            <a:ext cx="4162425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구부러진 연결선 12"/>
          <p:cNvCxnSpPr>
            <a:endCxn id="3075" idx="0"/>
          </p:cNvCxnSpPr>
          <p:nvPr/>
        </p:nvCxnSpPr>
        <p:spPr>
          <a:xfrm>
            <a:off x="4429124" y="2143116"/>
            <a:ext cx="2366965" cy="1857384"/>
          </a:xfrm>
          <a:prstGeom prst="curvedConnector2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6"/>
          <p:cNvSpPr>
            <a:spLocks noGrp="1"/>
          </p:cNvSpPr>
          <p:nvPr>
            <p:ph sz="half" idx="4294967295"/>
          </p:nvPr>
        </p:nvSpPr>
        <p:spPr>
          <a:xfrm>
            <a:off x="0" y="0"/>
            <a:ext cx="9144000" cy="1500174"/>
          </a:xfrm>
        </p:spPr>
        <p:txBody>
          <a:bodyPr/>
          <a:lstStyle/>
          <a:p>
            <a:pPr>
              <a:buNone/>
            </a:pPr>
            <a:r>
              <a:rPr lang="en-US" altLang="ko-KR" dirty="0" smtClean="0"/>
              <a:t>Download </a:t>
            </a:r>
            <a:r>
              <a:rPr lang="ko-KR" altLang="en-US" dirty="0" smtClean="0"/>
              <a:t>클릭 </a:t>
            </a:r>
            <a:r>
              <a:rPr lang="en-US" altLang="ko-KR" dirty="0" smtClean="0"/>
              <a:t>-&gt; Sign In -&gt; Download -&gt;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857232"/>
            <a:ext cx="4752975" cy="290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3186394"/>
            <a:ext cx="4714876" cy="3671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3" name="구부러진 연결선 12"/>
          <p:cNvCxnSpPr/>
          <p:nvPr/>
        </p:nvCxnSpPr>
        <p:spPr>
          <a:xfrm>
            <a:off x="4429124" y="2143116"/>
            <a:ext cx="2366965" cy="1857384"/>
          </a:xfrm>
          <a:prstGeom prst="curvedConnector2">
            <a:avLst/>
          </a:prstGeom>
          <a:ln w="762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Quartus</a:t>
            </a:r>
            <a:r>
              <a:rPr lang="en-US" altLang="ko-KR" dirty="0" smtClean="0"/>
              <a:t> Ⅱ</a:t>
            </a:r>
            <a:r>
              <a:rPr lang="ko-KR" altLang="en-US" dirty="0" smtClean="0"/>
              <a:t>의 구성</a:t>
            </a:r>
            <a:endParaRPr lang="ko-KR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214282" y="1785926"/>
            <a:ext cx="4854542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내용 개체 틀 5"/>
          <p:cNvSpPr>
            <a:spLocks noGrp="1"/>
          </p:cNvSpPr>
          <p:nvPr>
            <p:ph sz="half" idx="2"/>
          </p:nvPr>
        </p:nvSpPr>
        <p:spPr>
          <a:xfrm>
            <a:off x="5000628" y="1785926"/>
            <a:ext cx="4038600" cy="4623816"/>
          </a:xfrm>
        </p:spPr>
        <p:txBody>
          <a:bodyPr/>
          <a:lstStyle/>
          <a:p>
            <a:r>
              <a:rPr lang="en-US" altLang="ko-KR" dirty="0" err="1" smtClean="0"/>
              <a:t>Quartus</a:t>
            </a:r>
            <a:r>
              <a:rPr lang="en-US" altLang="ko-KR" dirty="0" smtClean="0"/>
              <a:t> II </a:t>
            </a:r>
            <a:r>
              <a:rPr lang="ko-KR" altLang="en-US" dirty="0" smtClean="0"/>
              <a:t>의 구성은 네 가지 부분으로 되어 있는 것을 볼 수 있다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프로젝트를 생성하였고 이제 </a:t>
            </a:r>
            <a:r>
              <a:rPr lang="en-US" altLang="ko-KR" dirty="0" smtClean="0"/>
              <a:t>Schematic Tool </a:t>
            </a:r>
            <a:r>
              <a:rPr lang="ko-KR" altLang="en-US" dirty="0" smtClean="0"/>
              <a:t>또는 </a:t>
            </a:r>
            <a:r>
              <a:rPr lang="en-US" altLang="ko-KR" dirty="0" err="1" smtClean="0"/>
              <a:t>Verilog</a:t>
            </a:r>
            <a:r>
              <a:rPr lang="ko-KR" altLang="en-US" dirty="0" smtClean="0"/>
              <a:t>를 사용해서 </a:t>
            </a:r>
            <a:r>
              <a:rPr lang="en-US" altLang="ko-KR" dirty="0" err="1" smtClean="0"/>
              <a:t>AndGate</a:t>
            </a:r>
            <a:r>
              <a:rPr lang="ko-KR" altLang="en-US" dirty="0" smtClean="0"/>
              <a:t>를 만들어 보자</a:t>
            </a:r>
            <a:r>
              <a:rPr lang="en-US" altLang="ko-KR" dirty="0" smtClean="0"/>
              <a:t>. </a:t>
            </a:r>
          </a:p>
          <a:p>
            <a:r>
              <a:rPr lang="ko-KR" altLang="en-US" dirty="0" smtClean="0"/>
              <a:t>먼저 메뉴에서 </a:t>
            </a:r>
            <a:r>
              <a:rPr lang="en-US" altLang="ko-KR" dirty="0" smtClean="0"/>
              <a:t>File-New</a:t>
            </a:r>
            <a:r>
              <a:rPr lang="ko-KR" altLang="en-US" dirty="0" smtClean="0"/>
              <a:t>를 클릭하자</a:t>
            </a:r>
            <a:r>
              <a:rPr lang="en-US" altLang="ko-KR" dirty="0" smtClean="0"/>
              <a:t>!!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 smtClean="0"/>
              <a:t>Quartus</a:t>
            </a:r>
            <a:r>
              <a:rPr lang="en-US" altLang="ko-KR" dirty="0" smtClean="0"/>
              <a:t> Ⅱ</a:t>
            </a:r>
            <a:r>
              <a:rPr lang="ko-KR" altLang="en-US" dirty="0" smtClean="0"/>
              <a:t>의 사용 단계</a:t>
            </a:r>
            <a:endParaRPr lang="ko-KR" altLang="en-US" dirty="0"/>
          </a:p>
        </p:txBody>
      </p:sp>
      <p:graphicFrame>
        <p:nvGraphicFramePr>
          <p:cNvPr id="4" name="다이어그램 3"/>
          <p:cNvGraphicFramePr/>
          <p:nvPr/>
        </p:nvGraphicFramePr>
        <p:xfrm>
          <a:off x="1571604" y="2071678"/>
          <a:ext cx="6096000" cy="4214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714348" y="785794"/>
            <a:ext cx="8013192" cy="1636776"/>
          </a:xfrm>
        </p:spPr>
        <p:txBody>
          <a:bodyPr/>
          <a:lstStyle/>
          <a:p>
            <a:pPr lvl="0"/>
            <a:r>
              <a:rPr lang="en-US" altLang="ko-KR" dirty="0" smtClean="0"/>
              <a:t>Create Project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Create Project</a:t>
            </a:r>
            <a:endParaRPr lang="ko-KR" altLang="en-US" dirty="0"/>
          </a:p>
        </p:txBody>
      </p:sp>
      <p:sp>
        <p:nvSpPr>
          <p:cNvPr id="10" name="내용 개체 틀 9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633222" indent="-514350">
              <a:buFont typeface="+mj-lt"/>
              <a:buAutoNum type="arabicPeriod"/>
            </a:pPr>
            <a:r>
              <a:rPr lang="ko-KR" altLang="en-US" sz="1800" dirty="0" smtClean="0"/>
              <a:t>다이얼로그 창이 생성될 것인데 다음과 같은 순서로 프로젝트를 생성하자</a:t>
            </a:r>
          </a:p>
          <a:p>
            <a:pPr marL="633222" indent="-514350">
              <a:buFont typeface="+mj-lt"/>
              <a:buAutoNum type="arabicPeriod"/>
            </a:pPr>
            <a:endParaRPr lang="en-US" altLang="ko-KR" sz="1800" dirty="0" smtClean="0"/>
          </a:p>
          <a:p>
            <a:pPr marL="633222" indent="-514350">
              <a:buFont typeface="+mj-lt"/>
              <a:buAutoNum type="arabicPeriod"/>
            </a:pPr>
            <a:r>
              <a:rPr lang="ko-KR" altLang="en-US" sz="1800" dirty="0" smtClean="0"/>
              <a:t>간단한 설명이 나오는데 그냥 </a:t>
            </a:r>
            <a:r>
              <a:rPr lang="en-US" altLang="ko-KR" sz="1800" dirty="0" smtClean="0"/>
              <a:t>Next</a:t>
            </a:r>
            <a:r>
              <a:rPr lang="ko-KR" altLang="en-US" sz="1800" dirty="0" smtClean="0"/>
              <a:t>를 클릭</a:t>
            </a:r>
          </a:p>
          <a:p>
            <a:pPr marL="633222" indent="-514350">
              <a:buFont typeface="+mj-lt"/>
              <a:buAutoNum type="arabicPeriod"/>
            </a:pPr>
            <a:endParaRPr lang="en-US" altLang="ko-KR" sz="1800" dirty="0" smtClean="0"/>
          </a:p>
          <a:p>
            <a:pPr marL="633222" indent="-514350">
              <a:buFont typeface="+mj-lt"/>
              <a:buAutoNum type="arabicPeriod"/>
            </a:pPr>
            <a:r>
              <a:rPr lang="ko-KR" altLang="en-US" sz="1800" dirty="0" smtClean="0"/>
              <a:t>프로젝트 경로를 설정하며 밑의 그림의 경우 </a:t>
            </a:r>
            <a:r>
              <a:rPr lang="en-US" altLang="ko-KR" sz="1800" dirty="0" smtClean="0"/>
              <a:t>C:\altera\Project\TwoInput_AndGate </a:t>
            </a:r>
            <a:r>
              <a:rPr lang="ko-KR" altLang="en-US" sz="1800" dirty="0" err="1" smtClean="0"/>
              <a:t>디렉토리를</a:t>
            </a:r>
            <a:r>
              <a:rPr lang="ko-KR" altLang="en-US" sz="1800" dirty="0" smtClean="0"/>
              <a:t> 생성하고 프로젝트 이름도 </a:t>
            </a:r>
            <a:r>
              <a:rPr lang="en-US" altLang="ko-KR" sz="1800" dirty="0" err="1" smtClean="0"/>
              <a:t>TwoInput_AndGate</a:t>
            </a:r>
            <a:r>
              <a:rPr lang="ko-KR" altLang="en-US" sz="1800" dirty="0" smtClean="0"/>
              <a:t>로 하였다</a:t>
            </a:r>
            <a:r>
              <a:rPr lang="en-US" altLang="ko-KR" sz="1800" dirty="0" smtClean="0"/>
              <a:t>.</a:t>
            </a:r>
          </a:p>
          <a:p>
            <a:pPr marL="633222" indent="-514350">
              <a:buFont typeface="+mj-lt"/>
              <a:buAutoNum type="arabicPeriod"/>
            </a:pPr>
            <a:endParaRPr lang="en-US" altLang="ko-KR" sz="1800" dirty="0" smtClean="0"/>
          </a:p>
          <a:p>
            <a:pPr marL="633222" indent="-514350">
              <a:buFont typeface="+mj-lt"/>
              <a:buAutoNum type="arabicPeriod"/>
            </a:pPr>
            <a:r>
              <a:rPr lang="ko-KR" altLang="en-US" sz="1800" dirty="0" smtClean="0"/>
              <a:t>기존의 디자인 했던 파일이 있다면 </a:t>
            </a:r>
            <a:r>
              <a:rPr lang="en-US" altLang="ko-KR" sz="1800" dirty="0" smtClean="0"/>
              <a:t>Import </a:t>
            </a:r>
            <a:r>
              <a:rPr lang="ko-KR" altLang="en-US" sz="1800" dirty="0" smtClean="0"/>
              <a:t>시킬 수 있다</a:t>
            </a:r>
            <a:r>
              <a:rPr lang="en-US" altLang="ko-KR" sz="1800" dirty="0" smtClean="0"/>
              <a:t>. </a:t>
            </a:r>
            <a:r>
              <a:rPr lang="ko-KR" altLang="en-US" sz="1800" dirty="0" smtClean="0"/>
              <a:t>지금은 새롭게 출발하는 과정이니 </a:t>
            </a:r>
            <a:r>
              <a:rPr lang="en-US" altLang="ko-KR" sz="1800" dirty="0" smtClean="0"/>
              <a:t>Next</a:t>
            </a:r>
            <a:r>
              <a:rPr lang="ko-KR" altLang="en-US" sz="1800" dirty="0" smtClean="0"/>
              <a:t>만 클릭한다</a:t>
            </a:r>
            <a:r>
              <a:rPr lang="en-US" altLang="ko-KR" sz="1800" dirty="0" smtClean="0"/>
              <a:t>.</a:t>
            </a:r>
          </a:p>
          <a:p>
            <a:pPr>
              <a:buNone/>
            </a:pPr>
            <a:endParaRPr lang="ko-KR" altLang="en-US" dirty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857364"/>
            <a:ext cx="4071966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직사각형 10"/>
          <p:cNvSpPr/>
          <p:nvPr/>
        </p:nvSpPr>
        <p:spPr>
          <a:xfrm>
            <a:off x="642910" y="2428868"/>
            <a:ext cx="3714776" cy="214314"/>
          </a:xfrm>
          <a:prstGeom prst="rect">
            <a:avLst/>
          </a:prstGeom>
          <a:noFill/>
          <a:ln w="28575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642910" y="2857496"/>
            <a:ext cx="3714776" cy="214314"/>
          </a:xfrm>
          <a:prstGeom prst="rect">
            <a:avLst/>
          </a:prstGeom>
          <a:noFill/>
          <a:ln w="28575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/>
          <p:cNvSpPr/>
          <p:nvPr/>
        </p:nvSpPr>
        <p:spPr>
          <a:xfrm>
            <a:off x="642910" y="3357562"/>
            <a:ext cx="3714776" cy="214314"/>
          </a:xfrm>
          <a:prstGeom prst="rect">
            <a:avLst/>
          </a:prstGeom>
          <a:noFill/>
          <a:ln w="28575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4000" dirty="0" smtClean="0"/>
              <a:t>Create Project_</a:t>
            </a:r>
            <a:r>
              <a:rPr lang="ko-KR" altLang="en-US" sz="3800" dirty="0" err="1" smtClean="0"/>
              <a:t>타겟</a:t>
            </a:r>
            <a:r>
              <a:rPr lang="ko-KR" altLang="en-US" sz="3800" dirty="0" smtClean="0"/>
              <a:t> 디바이스 설정</a:t>
            </a:r>
            <a:endParaRPr lang="ko-KR" altLang="en-US" sz="3800" dirty="0"/>
          </a:p>
        </p:txBody>
      </p:sp>
      <p:pic>
        <p:nvPicPr>
          <p:cNvPr id="2052" name="Picture 4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 bwMode="auto">
          <a:xfrm>
            <a:off x="0" y="1857375"/>
            <a:ext cx="5143500" cy="4243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내용 개체 틀 7"/>
          <p:cNvSpPr>
            <a:spLocks noGrp="1"/>
          </p:cNvSpPr>
          <p:nvPr>
            <p:ph sz="half" idx="4294967295"/>
          </p:nvPr>
        </p:nvSpPr>
        <p:spPr>
          <a:xfrm>
            <a:off x="5105400" y="1773238"/>
            <a:ext cx="4038600" cy="4624387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altLang="ko-KR" dirty="0" smtClean="0"/>
              <a:t>Device Family : </a:t>
            </a:r>
            <a:r>
              <a:rPr lang="en-US" altLang="ko-KR" dirty="0" err="1" smtClean="0"/>
              <a:t>CycloneⅡ</a:t>
            </a:r>
            <a:endParaRPr lang="en-US" altLang="ko-KR" dirty="0" smtClean="0"/>
          </a:p>
          <a:p>
            <a:pPr>
              <a:buNone/>
            </a:pPr>
            <a:r>
              <a:rPr lang="en-US" altLang="ko-KR" dirty="0" smtClean="0"/>
              <a:t>Available Devices:</a:t>
            </a:r>
            <a:r>
              <a:rPr lang="ko-KR" altLang="en-US" dirty="0" smtClean="0"/>
              <a:t> </a:t>
            </a:r>
            <a:r>
              <a:rPr lang="en-US" altLang="ko-KR" dirty="0" smtClean="0"/>
              <a:t>EP2C35F672C6</a:t>
            </a:r>
          </a:p>
          <a:p>
            <a:endParaRPr lang="en-US" altLang="ko-KR" dirty="0" smtClean="0"/>
          </a:p>
          <a:p>
            <a:pPr marL="633222" indent="-514350">
              <a:buFont typeface="+mj-lt"/>
              <a:buAutoNum type="arabicPeriod"/>
            </a:pPr>
            <a:r>
              <a:rPr lang="ko-KR" altLang="en-US" dirty="0" err="1" smtClean="0"/>
              <a:t>알테라</a:t>
            </a:r>
            <a:r>
              <a:rPr lang="ko-KR" altLang="en-US" dirty="0" smtClean="0"/>
              <a:t> 테스트 보드를 통해서 설계한 회로를 테스트할 수 있으며 목록들은 보드와 </a:t>
            </a:r>
            <a:r>
              <a:rPr lang="ko-KR" altLang="en-US" dirty="0" err="1" smtClean="0"/>
              <a:t>칩셋을</a:t>
            </a:r>
            <a:r>
              <a:rPr lang="ko-KR" altLang="en-US" dirty="0" smtClean="0"/>
              <a:t> 나열한 것이다</a:t>
            </a:r>
            <a:r>
              <a:rPr lang="en-US" altLang="ko-KR" dirty="0" smtClean="0"/>
              <a:t>.</a:t>
            </a:r>
          </a:p>
          <a:p>
            <a:pPr marL="633222" indent="-514350">
              <a:buFont typeface="+mj-lt"/>
              <a:buAutoNum type="arabicPeriod"/>
            </a:pPr>
            <a:endParaRPr lang="en-US" altLang="ko-KR" dirty="0" smtClean="0"/>
          </a:p>
          <a:p>
            <a:pPr marL="633222" indent="-514350">
              <a:buFont typeface="+mj-lt"/>
              <a:buAutoNum type="arabicPeriod"/>
            </a:pPr>
            <a:r>
              <a:rPr lang="ko-KR" altLang="en-US" dirty="0" smtClean="0"/>
              <a:t>특정한 컴파일러나 모델을 사용할 때 사용하며 특이한 것이 필요 없을 때에는 모두</a:t>
            </a:r>
            <a:r>
              <a:rPr lang="en-US" altLang="ko-KR" dirty="0" smtClean="0"/>
              <a:t>None</a:t>
            </a:r>
            <a:r>
              <a:rPr lang="ko-KR" altLang="en-US" dirty="0" smtClean="0"/>
              <a:t>으로 설정한다</a:t>
            </a:r>
            <a:r>
              <a:rPr lang="en-US" altLang="ko-KR" dirty="0" smtClean="0"/>
              <a:t>.</a:t>
            </a:r>
          </a:p>
          <a:p>
            <a:pPr marL="633222" indent="-514350">
              <a:buFont typeface="+mj-lt"/>
              <a:buAutoNum type="arabicPeriod"/>
            </a:pPr>
            <a:endParaRPr lang="en-US" altLang="ko-KR" dirty="0" smtClean="0"/>
          </a:p>
          <a:p>
            <a:pPr marL="633222" indent="-514350">
              <a:buFont typeface="+mj-lt"/>
              <a:buAutoNum type="arabicPeriod"/>
            </a:pPr>
            <a:r>
              <a:rPr lang="en-US" altLang="ko-KR" dirty="0" smtClean="0"/>
              <a:t> </a:t>
            </a:r>
            <a:r>
              <a:rPr lang="ko-KR" altLang="en-US" dirty="0" smtClean="0"/>
              <a:t>마지막 다이얼로그는 프로젝트를 설정 했을 때의 요약정보를 보여준다</a:t>
            </a:r>
            <a:r>
              <a:rPr lang="en-US" altLang="ko-KR" dirty="0" smtClean="0"/>
              <a:t>. Finish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눌러서프로젝트</a:t>
            </a:r>
            <a:r>
              <a:rPr lang="ko-KR" altLang="en-US" dirty="0" smtClean="0"/>
              <a:t> 설정을 마무리 하자</a:t>
            </a:r>
            <a:r>
              <a:rPr lang="en-US" altLang="ko-KR" dirty="0" smtClean="0"/>
              <a:t>!</a:t>
            </a:r>
            <a:endParaRPr lang="ko-KR" altLang="en-US" dirty="0" smtClean="0"/>
          </a:p>
          <a:p>
            <a:endParaRPr lang="en-US" altLang="ko-KR" dirty="0" smtClean="0"/>
          </a:p>
        </p:txBody>
      </p:sp>
      <p:sp>
        <p:nvSpPr>
          <p:cNvPr id="9" name="직사각형 8"/>
          <p:cNvSpPr/>
          <p:nvPr/>
        </p:nvSpPr>
        <p:spPr>
          <a:xfrm>
            <a:off x="214282" y="2428868"/>
            <a:ext cx="2857520" cy="571504"/>
          </a:xfrm>
          <a:prstGeom prst="rect">
            <a:avLst/>
          </a:prstGeom>
          <a:noFill/>
          <a:ln w="28575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142844" y="4214818"/>
            <a:ext cx="4643470" cy="285752"/>
          </a:xfrm>
          <a:prstGeom prst="rect">
            <a:avLst/>
          </a:prstGeom>
          <a:noFill/>
          <a:ln w="28575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714348" y="785794"/>
            <a:ext cx="8013192" cy="1636776"/>
          </a:xfrm>
        </p:spPr>
        <p:txBody>
          <a:bodyPr/>
          <a:lstStyle/>
          <a:p>
            <a:pPr lvl="0"/>
            <a:r>
              <a:rPr lang="en-US" dirty="0" smtClean="0"/>
              <a:t>Schematic Design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Schematic Design</a:t>
            </a:r>
            <a:endParaRPr lang="ko-KR" alt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65314" y="1773238"/>
            <a:ext cx="3822372" cy="4624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내용 개체 틀 6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10000"/>
          </a:bodyPr>
          <a:lstStyle/>
          <a:p>
            <a:pPr marL="633222" indent="-514350">
              <a:buFont typeface="+mj-lt"/>
              <a:buAutoNum type="arabicPeriod"/>
            </a:pPr>
            <a:r>
              <a:rPr lang="ko-KR" altLang="en-US" dirty="0" smtClean="0"/>
              <a:t>먼저 </a:t>
            </a:r>
            <a:r>
              <a:rPr lang="en-US" altLang="ko-KR" dirty="0" smtClean="0"/>
              <a:t>Block Diagram/Schematic File</a:t>
            </a:r>
            <a:r>
              <a:rPr lang="ko-KR" altLang="en-US" dirty="0" smtClean="0"/>
              <a:t>을 만들어 보도록 하자</a:t>
            </a:r>
            <a:r>
              <a:rPr lang="en-US" altLang="ko-KR" dirty="0" smtClean="0"/>
              <a:t>!!</a:t>
            </a:r>
          </a:p>
          <a:p>
            <a:pPr marL="633222" indent="-514350">
              <a:buFont typeface="+mj-lt"/>
              <a:buAutoNum type="arabicPeriod"/>
            </a:pPr>
            <a:endParaRPr lang="en-US" altLang="ko-KR" dirty="0" smtClean="0"/>
          </a:p>
          <a:p>
            <a:pPr marL="633222" indent="-514350">
              <a:buFont typeface="+mj-lt"/>
              <a:buAutoNum type="arabicPeriod"/>
            </a:pPr>
            <a:r>
              <a:rPr lang="ko-KR" altLang="en-US" dirty="0" smtClean="0"/>
              <a:t>그럼 </a:t>
            </a:r>
            <a:r>
              <a:rPr lang="en-US" altLang="ko-KR" dirty="0" smtClean="0"/>
              <a:t>Design Area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Block1.bdf</a:t>
            </a:r>
            <a:r>
              <a:rPr lang="ko-KR" altLang="en-US" dirty="0" smtClean="0"/>
              <a:t>가 생성됐을 것이다</a:t>
            </a:r>
            <a:r>
              <a:rPr lang="en-US" altLang="ko-KR" dirty="0" smtClean="0"/>
              <a:t>. </a:t>
            </a:r>
          </a:p>
          <a:p>
            <a:pPr marL="633222" indent="-514350">
              <a:buNone/>
            </a:pPr>
            <a:r>
              <a:rPr lang="en-US" altLang="ko-KR" dirty="0" smtClean="0"/>
              <a:t>	</a:t>
            </a:r>
            <a:r>
              <a:rPr lang="ko-KR" altLang="en-US" dirty="0" smtClean="0"/>
              <a:t>먼저 파일이름을 프로젝트 이름과 일치 시킨다</a:t>
            </a:r>
            <a:r>
              <a:rPr lang="en-US" altLang="ko-KR" dirty="0" smtClean="0"/>
              <a:t>. </a:t>
            </a:r>
          </a:p>
          <a:p>
            <a:pPr marL="633222" indent="-514350">
              <a:buFont typeface="+mj-lt"/>
              <a:buAutoNum type="arabicPeriod"/>
            </a:pPr>
            <a:endParaRPr lang="en-US" altLang="ko-KR" dirty="0" smtClean="0"/>
          </a:p>
          <a:p>
            <a:pPr marL="633222" indent="-514350">
              <a:buFont typeface="+mj-lt"/>
              <a:buAutoNum type="arabicPeriod" startAt="3"/>
            </a:pPr>
            <a:r>
              <a:rPr lang="ko-KR" altLang="en-US" dirty="0" smtClean="0"/>
              <a:t>이번 예제에서는 </a:t>
            </a:r>
            <a:r>
              <a:rPr lang="en-US" altLang="ko-KR" dirty="0" smtClean="0"/>
              <a:t>TwoInput_AndGate.bdf </a:t>
            </a:r>
            <a:r>
              <a:rPr lang="ko-KR" altLang="en-US" dirty="0" smtClean="0"/>
              <a:t>새 이름으로 저장한다</a:t>
            </a:r>
            <a:r>
              <a:rPr lang="en-US" altLang="ko-KR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Schematic Design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pPr indent="0">
              <a:buNone/>
            </a:pPr>
            <a:r>
              <a:rPr lang="ko-KR" altLang="en-US" dirty="0" smtClean="0"/>
              <a:t>이제 </a:t>
            </a:r>
            <a:r>
              <a:rPr lang="en-US" altLang="ko-KR" dirty="0" err="1" smtClean="0"/>
              <a:t>AndGate</a:t>
            </a:r>
            <a:r>
              <a:rPr lang="ko-KR" altLang="en-US" dirty="0" smtClean="0"/>
              <a:t>를 그릴 준비가 다 되었다</a:t>
            </a:r>
            <a:r>
              <a:rPr lang="en-US" altLang="ko-KR" dirty="0" smtClean="0"/>
              <a:t>. </a:t>
            </a:r>
          </a:p>
          <a:p>
            <a:pPr indent="0">
              <a:buNone/>
            </a:pPr>
            <a:r>
              <a:rPr lang="ko-KR" altLang="en-US" dirty="0" smtClean="0"/>
              <a:t>입력 </a:t>
            </a:r>
            <a:r>
              <a:rPr lang="ko-KR" altLang="en-US" dirty="0" err="1" smtClean="0"/>
              <a:t>두개의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AndGate</a:t>
            </a:r>
            <a:r>
              <a:rPr lang="ko-KR" altLang="en-US" dirty="0" smtClean="0"/>
              <a:t>를 생각해 보면 입력이 </a:t>
            </a:r>
            <a:r>
              <a:rPr lang="ko-KR" altLang="en-US" dirty="0" err="1" smtClean="0"/>
              <a:t>두개</a:t>
            </a:r>
            <a:r>
              <a:rPr lang="ko-KR" altLang="en-US" dirty="0" smtClean="0"/>
              <a:t> 필요하고 출력이 하나 필요할 것이다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그리고 중요한 </a:t>
            </a:r>
            <a:r>
              <a:rPr lang="en-US" altLang="ko-KR" dirty="0" err="1" smtClean="0"/>
              <a:t>AndGate</a:t>
            </a:r>
            <a:r>
              <a:rPr lang="ko-KR" altLang="en-US" dirty="0" smtClean="0"/>
              <a:t>가 필요할 것이다</a:t>
            </a:r>
            <a:r>
              <a:rPr lang="en-US" altLang="ko-KR" dirty="0" smtClean="0"/>
              <a:t>.</a:t>
            </a:r>
          </a:p>
          <a:p>
            <a:pPr indent="0">
              <a:buNone/>
            </a:pPr>
            <a:endParaRPr lang="en-US" altLang="ko-KR" dirty="0" smtClean="0"/>
          </a:p>
          <a:p>
            <a:pPr indent="0">
              <a:buNone/>
            </a:pPr>
            <a:r>
              <a:rPr lang="ko-KR" altLang="en-US" dirty="0" smtClean="0"/>
              <a:t>입력 값과 출력 값에 이름을 준다면 입력에는 </a:t>
            </a:r>
            <a:r>
              <a:rPr lang="en-US" altLang="ko-KR" dirty="0" err="1" smtClean="0"/>
              <a:t>InputA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InputB</a:t>
            </a:r>
            <a:r>
              <a:rPr lang="en-US" altLang="ko-KR" dirty="0" smtClean="0"/>
              <a:t> </a:t>
            </a:r>
            <a:r>
              <a:rPr lang="ko-KR" altLang="en-US" dirty="0" smtClean="0"/>
              <a:t>출력에는 </a:t>
            </a:r>
            <a:r>
              <a:rPr lang="en-US" altLang="ko-KR" dirty="0" err="1" smtClean="0"/>
              <a:t>OutputC</a:t>
            </a:r>
            <a:r>
              <a:rPr lang="ko-KR" altLang="en-US" dirty="0" smtClean="0"/>
              <a:t>로 </a:t>
            </a:r>
            <a:r>
              <a:rPr lang="ko-KR" altLang="en-US" dirty="0" err="1" smtClean="0"/>
              <a:t>정의할수</a:t>
            </a:r>
            <a:r>
              <a:rPr lang="ko-KR" altLang="en-US" dirty="0" smtClean="0"/>
              <a:t> 있을 것이다</a:t>
            </a:r>
            <a:r>
              <a:rPr lang="en-US" altLang="ko-KR" dirty="0" smtClean="0"/>
              <a:t>.</a:t>
            </a:r>
          </a:p>
          <a:p>
            <a:endParaRPr lang="ko-KR" altLang="en-US" dirty="0" smtClean="0"/>
          </a:p>
          <a:p>
            <a:pPr marL="633222" indent="-514350">
              <a:buFont typeface="+mj-lt"/>
              <a:buAutoNum type="arabicPeriod"/>
            </a:pPr>
            <a:r>
              <a:rPr lang="en-US" altLang="ko-KR" dirty="0" smtClean="0"/>
              <a:t>Symbol </a:t>
            </a:r>
            <a:r>
              <a:rPr lang="ko-KR" altLang="en-US" dirty="0" smtClean="0"/>
              <a:t>툴을 클릭하자</a:t>
            </a:r>
            <a:r>
              <a:rPr lang="en-US" altLang="ko-KR" dirty="0" smtClean="0"/>
              <a:t>.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7928" y="1837812"/>
            <a:ext cx="3857143" cy="4495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Schematic Design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0034" y="1571612"/>
            <a:ext cx="8472518" cy="1583626"/>
          </a:xfrm>
        </p:spPr>
        <p:txBody>
          <a:bodyPr>
            <a:normAutofit fontScale="77500" lnSpcReduction="20000"/>
          </a:bodyPr>
          <a:lstStyle/>
          <a:p>
            <a:pPr marL="633222" indent="-514350">
              <a:buFont typeface="+mj-lt"/>
              <a:buAutoNum type="arabicPeriod" startAt="2"/>
            </a:pPr>
            <a:r>
              <a:rPr lang="en-US" altLang="ko-KR" dirty="0" smtClean="0"/>
              <a:t>Name Text Box 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input</a:t>
            </a:r>
            <a:r>
              <a:rPr lang="ko-KR" altLang="en-US" dirty="0" smtClean="0"/>
              <a:t>이라고 입력을 하는 방법과 직접 메뉴에서 찾는 방법이 있다</a:t>
            </a:r>
            <a:r>
              <a:rPr lang="en-US" altLang="ko-KR" dirty="0" smtClean="0"/>
              <a:t>.</a:t>
            </a:r>
          </a:p>
          <a:p>
            <a:pPr marL="633222" indent="-514350">
              <a:buFont typeface="+mj-lt"/>
              <a:buAutoNum type="arabicPeriod" startAt="2"/>
            </a:pPr>
            <a:endParaRPr lang="en-US" altLang="ko-KR" dirty="0" smtClean="0"/>
          </a:p>
          <a:p>
            <a:pPr>
              <a:buNone/>
            </a:pPr>
            <a:r>
              <a:rPr lang="ko-KR" altLang="en-US" dirty="0" smtClean="0"/>
              <a:t>메뉴에서 </a:t>
            </a:r>
            <a:r>
              <a:rPr lang="en-US" altLang="ko-KR" dirty="0" smtClean="0"/>
              <a:t>symbol</a:t>
            </a:r>
            <a:r>
              <a:rPr lang="ko-KR" altLang="en-US" dirty="0" smtClean="0"/>
              <a:t>을 찾을 때에는 </a:t>
            </a:r>
            <a:r>
              <a:rPr lang="en-US" altLang="ko-KR" dirty="0" smtClean="0"/>
              <a:t>primitives/pin/input </a:t>
            </a:r>
            <a:r>
              <a:rPr lang="ko-KR" altLang="en-US" dirty="0" smtClean="0"/>
              <a:t>경로에서 찾을 수 있다</a:t>
            </a:r>
            <a:r>
              <a:rPr lang="en-US" altLang="ko-KR" dirty="0" smtClean="0"/>
              <a:t>. OK</a:t>
            </a:r>
            <a:r>
              <a:rPr lang="ko-KR" altLang="en-US" dirty="0" smtClean="0"/>
              <a:t>를 누르자</a:t>
            </a:r>
            <a:endParaRPr lang="ko-KR" alt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85852" y="3071810"/>
            <a:ext cx="6572296" cy="37147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Schematic Design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0034" y="1571612"/>
            <a:ext cx="8472518" cy="1583626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Input Pin </a:t>
            </a:r>
            <a:r>
              <a:rPr lang="ko-KR" altLang="en-US" dirty="0" smtClean="0"/>
              <a:t>생성</a:t>
            </a:r>
            <a:endParaRPr lang="ko-KR" alt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85875" y="3475418"/>
            <a:ext cx="6572250" cy="2907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Schematic Design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0034" y="1571612"/>
            <a:ext cx="8472518" cy="1583626"/>
          </a:xfrm>
        </p:spPr>
        <p:txBody>
          <a:bodyPr>
            <a:normAutofit fontScale="92500"/>
          </a:bodyPr>
          <a:lstStyle/>
          <a:p>
            <a:pPr marL="633222" indent="-514350">
              <a:buFont typeface="+mj-lt"/>
              <a:buAutoNum type="arabicPeriod" startAt="3"/>
            </a:pPr>
            <a:r>
              <a:rPr lang="ko-KR" altLang="en-US" dirty="0" smtClean="0"/>
              <a:t>다음 순서는 </a:t>
            </a:r>
            <a:r>
              <a:rPr lang="en-US" altLang="ko-KR" dirty="0" smtClean="0"/>
              <a:t>symbol </a:t>
            </a:r>
            <a:r>
              <a:rPr lang="ko-KR" altLang="en-US" dirty="0" smtClean="0"/>
              <a:t>창에서 </a:t>
            </a:r>
            <a:r>
              <a:rPr lang="en-US" altLang="ko-KR" dirty="0" err="1" smtClean="0"/>
              <a:t>AndGate</a:t>
            </a:r>
            <a:r>
              <a:rPr lang="ko-KR" altLang="en-US" dirty="0" smtClean="0"/>
              <a:t>를 찾아 보자</a:t>
            </a:r>
            <a:r>
              <a:rPr lang="en-US" altLang="ko-KR" dirty="0" smtClean="0"/>
              <a:t>. Input Pin</a:t>
            </a:r>
            <a:r>
              <a:rPr lang="ko-KR" altLang="en-US" dirty="0" smtClean="0"/>
              <a:t>가 마찬가지로 </a:t>
            </a:r>
            <a:r>
              <a:rPr lang="en-US" altLang="ko-KR" dirty="0" smtClean="0"/>
              <a:t>And2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입력을하던가</a:t>
            </a:r>
            <a:r>
              <a:rPr lang="ko-KR" altLang="en-US" dirty="0" smtClean="0"/>
              <a:t> </a:t>
            </a:r>
            <a:r>
              <a:rPr lang="en-US" altLang="ko-KR" dirty="0" smtClean="0"/>
              <a:t>primitives/logic/and2 </a:t>
            </a:r>
            <a:r>
              <a:rPr lang="ko-KR" altLang="en-US" dirty="0" smtClean="0"/>
              <a:t>경로에서 </a:t>
            </a:r>
            <a:r>
              <a:rPr lang="en-US" altLang="ko-KR" dirty="0" smtClean="0"/>
              <a:t>symbol</a:t>
            </a:r>
            <a:r>
              <a:rPr lang="ko-KR" altLang="en-US" dirty="0" smtClean="0"/>
              <a:t>을 찾을 수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85875" y="3719413"/>
            <a:ext cx="6572250" cy="2419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Schematic Design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0034" y="1571612"/>
            <a:ext cx="8472518" cy="1583626"/>
          </a:xfrm>
        </p:spPr>
        <p:txBody>
          <a:bodyPr>
            <a:normAutofit fontScale="92500" lnSpcReduction="10000"/>
          </a:bodyPr>
          <a:lstStyle/>
          <a:p>
            <a:pPr marL="633222" indent="-514350">
              <a:buFont typeface="+mj-lt"/>
              <a:buAutoNum type="arabicPeriod" startAt="4"/>
            </a:pPr>
            <a:r>
              <a:rPr lang="en-US" altLang="ko-KR" dirty="0" smtClean="0"/>
              <a:t>Input Pin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And Gate</a:t>
            </a:r>
            <a:r>
              <a:rPr lang="ko-KR" altLang="en-US" dirty="0" smtClean="0"/>
              <a:t>를 연결하여 보자</a:t>
            </a:r>
            <a:r>
              <a:rPr lang="en-US" altLang="ko-KR" dirty="0" smtClean="0"/>
              <a:t>!!</a:t>
            </a:r>
          </a:p>
          <a:p>
            <a:pPr marL="633222" indent="-514350">
              <a:buFont typeface="+mj-lt"/>
              <a:buAutoNum type="arabicPeriod" startAt="4"/>
            </a:pPr>
            <a:endParaRPr lang="en-US" altLang="ko-KR" dirty="0" smtClean="0"/>
          </a:p>
          <a:p>
            <a:pPr marL="633222" indent="-514350">
              <a:buFont typeface="+mj-lt"/>
              <a:buAutoNum type="arabicPeriod" startAt="4"/>
            </a:pPr>
            <a:r>
              <a:rPr lang="ko-KR" altLang="en-US" dirty="0" smtClean="0"/>
              <a:t>다음 순서로 </a:t>
            </a:r>
            <a:r>
              <a:rPr lang="en-US" altLang="ko-KR" dirty="0" smtClean="0"/>
              <a:t>symbol </a:t>
            </a:r>
            <a:r>
              <a:rPr lang="ko-KR" altLang="en-US" dirty="0" smtClean="0"/>
              <a:t>창에서 </a:t>
            </a:r>
            <a:r>
              <a:rPr lang="en-US" altLang="ko-KR" dirty="0" smtClean="0"/>
              <a:t>Output</a:t>
            </a:r>
            <a:r>
              <a:rPr lang="ko-KR" altLang="en-US" dirty="0" smtClean="0"/>
              <a:t>을 찾고 </a:t>
            </a:r>
            <a:r>
              <a:rPr lang="en-US" altLang="ko-KR" dirty="0" err="1" smtClean="0"/>
              <a:t>AndGate</a:t>
            </a:r>
            <a:r>
              <a:rPr lang="ko-KR" altLang="en-US" dirty="0" smtClean="0"/>
              <a:t>와 연결하자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이로서 </a:t>
            </a:r>
            <a:r>
              <a:rPr lang="en-US" altLang="ko-KR" dirty="0" err="1" smtClean="0"/>
              <a:t>AndGate</a:t>
            </a:r>
            <a:r>
              <a:rPr lang="en-US" altLang="ko-KR" dirty="0" smtClean="0"/>
              <a:t> </a:t>
            </a:r>
            <a:r>
              <a:rPr lang="ko-KR" altLang="en-US" dirty="0" smtClean="0"/>
              <a:t>회로가 완성되었다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94935" y="3719513"/>
            <a:ext cx="5754130" cy="2419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Schematic </a:t>
            </a:r>
            <a:r>
              <a:rPr lang="en-US" dirty="0" err="1" smtClean="0"/>
              <a:t>Design</a:t>
            </a:r>
            <a:r>
              <a:rPr lang="en-US" altLang="ko-KR" dirty="0" err="1" smtClean="0"/>
              <a:t>_Compile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28596" y="1500174"/>
            <a:ext cx="8258204" cy="1500198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 smtClean="0"/>
              <a:t>여기서 끝나는 것이 아니라 컴파일 과정과 시뮬레이션 과정이 남아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일단 컴파일을 통해서 회로가 잘 연결되어 있는지 확인해 보자</a:t>
            </a:r>
            <a:r>
              <a:rPr lang="en-US" altLang="ko-KR" dirty="0" smtClean="0"/>
              <a:t>. </a:t>
            </a:r>
          </a:p>
          <a:p>
            <a:r>
              <a:rPr lang="en-US" altLang="ko-KR" dirty="0" err="1" smtClean="0"/>
              <a:t>Ctil+L</a:t>
            </a:r>
            <a:r>
              <a:rPr lang="en-US" altLang="ko-KR" dirty="0" smtClean="0"/>
              <a:t> </a:t>
            </a:r>
            <a:r>
              <a:rPr lang="ko-KR" altLang="en-US" dirty="0" smtClean="0"/>
              <a:t>를 눌러서 컴파일 하자</a:t>
            </a:r>
            <a:r>
              <a:rPr lang="en-US" altLang="ko-KR" dirty="0" smtClean="0"/>
              <a:t>. </a:t>
            </a:r>
            <a:r>
              <a:rPr lang="ko-KR" altLang="en-US" dirty="0" smtClean="0"/>
              <a:t>에러가 없다면 그림 </a:t>
            </a:r>
            <a:r>
              <a:rPr lang="en-US" altLang="ko-KR" dirty="0" smtClean="0"/>
              <a:t>15</a:t>
            </a:r>
            <a:r>
              <a:rPr lang="ko-KR" altLang="en-US" dirty="0" smtClean="0"/>
              <a:t>과 같은 그림이 나타날 것이다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Console </a:t>
            </a:r>
            <a:r>
              <a:rPr lang="ko-KR" altLang="en-US" dirty="0" smtClean="0"/>
              <a:t>에서 </a:t>
            </a:r>
            <a:r>
              <a:rPr lang="en-US" altLang="ko-KR" dirty="0" smtClean="0"/>
              <a:t>Info: </a:t>
            </a:r>
            <a:r>
              <a:rPr lang="en-US" altLang="ko-KR" dirty="0" err="1" smtClean="0"/>
              <a:t>Quartus</a:t>
            </a:r>
            <a:r>
              <a:rPr lang="en-US" altLang="ko-KR" dirty="0" smtClean="0"/>
              <a:t> II Full compilation was successful. 0 errors, 6 warnings </a:t>
            </a:r>
            <a:r>
              <a:rPr lang="ko-KR" altLang="en-US" dirty="0" smtClean="0"/>
              <a:t>같은 메시지가 나타났을 것이다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71604" y="2928934"/>
            <a:ext cx="5858051" cy="3786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785786" y="857232"/>
            <a:ext cx="8013192" cy="1636776"/>
          </a:xfrm>
        </p:spPr>
        <p:txBody>
          <a:bodyPr/>
          <a:lstStyle/>
          <a:p>
            <a:r>
              <a:rPr lang="en-US" altLang="ko-KR" dirty="0" smtClean="0"/>
              <a:t>VHDL Design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smtClean="0"/>
              <a:t>VHDL Design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857752" y="1500174"/>
            <a:ext cx="3829048" cy="4286280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Project</a:t>
            </a:r>
            <a:r>
              <a:rPr lang="ko-KR" altLang="en-US" dirty="0" smtClean="0"/>
              <a:t>를 </a:t>
            </a:r>
            <a:r>
              <a:rPr lang="ko-KR" altLang="en-US" dirty="0" err="1" smtClean="0"/>
              <a:t>만들때의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Entity name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VHDL</a:t>
            </a:r>
            <a:r>
              <a:rPr lang="ko-KR" altLang="en-US" dirty="0" smtClean="0"/>
              <a:t>소스 안의 </a:t>
            </a:r>
            <a:r>
              <a:rPr lang="en-US" altLang="ko-KR" dirty="0" smtClean="0"/>
              <a:t>Entity name</a:t>
            </a:r>
            <a:r>
              <a:rPr lang="ko-KR" altLang="en-US" dirty="0" smtClean="0"/>
              <a:t>을 일치시켜줘야한다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643050"/>
            <a:ext cx="4038600" cy="1872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785786" y="857232"/>
            <a:ext cx="8013192" cy="1636776"/>
          </a:xfrm>
        </p:spPr>
        <p:txBody>
          <a:bodyPr/>
          <a:lstStyle/>
          <a:p>
            <a:pPr lvl="0"/>
            <a:r>
              <a:rPr lang="en-US" dirty="0" smtClean="0"/>
              <a:t>Simulation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 smtClean="0"/>
              <a:t>And Gate </a:t>
            </a:r>
            <a:r>
              <a:rPr lang="ko-KR" altLang="en-US" dirty="0" smtClean="0"/>
              <a:t>회로의 </a:t>
            </a:r>
            <a:r>
              <a:rPr lang="ko-KR" altLang="en-US" dirty="0" err="1" smtClean="0"/>
              <a:t>로직이</a:t>
            </a:r>
            <a:r>
              <a:rPr lang="ko-KR" altLang="en-US" dirty="0" smtClean="0"/>
              <a:t> 잘 동작하는지 확인하는 일이 남아 있다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확인하는 작업은 </a:t>
            </a:r>
            <a:r>
              <a:rPr lang="en-US" altLang="ko-KR" dirty="0" smtClean="0"/>
              <a:t>Vector Waveform file</a:t>
            </a:r>
            <a:r>
              <a:rPr lang="ko-KR" altLang="en-US" dirty="0" smtClean="0"/>
              <a:t>을 생성해 보자</a:t>
            </a:r>
            <a:r>
              <a:rPr lang="en-US" altLang="ko-KR" dirty="0" smtClean="0"/>
              <a:t>. 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그리고 </a:t>
            </a:r>
            <a:r>
              <a:rPr lang="en-US" altLang="ko-KR" dirty="0" err="1" smtClean="0"/>
              <a:t>vwf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파일이름을 프로젝트 이름과 동일하게 변경하여야 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52690" y="1780669"/>
            <a:ext cx="3447619" cy="4609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0034" y="1773936"/>
            <a:ext cx="8186766" cy="1083560"/>
          </a:xfrm>
        </p:spPr>
        <p:txBody>
          <a:bodyPr/>
          <a:lstStyle/>
          <a:p>
            <a:r>
              <a:rPr lang="en-US" altLang="ko-KR" dirty="0" smtClean="0"/>
              <a:t>Waveform Layout</a:t>
            </a:r>
            <a:endParaRPr lang="ko-KR" alt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928934"/>
            <a:ext cx="6686568" cy="3740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 smtClean="0"/>
              <a:t>Red Box </a:t>
            </a:r>
            <a:r>
              <a:rPr lang="ko-KR" altLang="en-US" dirty="0" smtClean="0"/>
              <a:t>부분을 더블 클릭하거나 팝업 창에서 </a:t>
            </a:r>
            <a:r>
              <a:rPr lang="en-US" altLang="ko-KR" dirty="0" smtClean="0"/>
              <a:t>Insert Node</a:t>
            </a:r>
            <a:r>
              <a:rPr lang="ko-KR" altLang="en-US" dirty="0" smtClean="0"/>
              <a:t>를 선택한다</a:t>
            </a:r>
            <a:endParaRPr lang="ko-KR" altLang="en-US" dirty="0"/>
          </a:p>
        </p:txBody>
      </p:sp>
      <p:pic>
        <p:nvPicPr>
          <p:cNvPr id="11267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81262" y="1928288"/>
            <a:ext cx="3790476" cy="43142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 smtClean="0"/>
              <a:t>Node Finder </a:t>
            </a:r>
            <a:r>
              <a:rPr lang="ko-KR" altLang="en-US" dirty="0" smtClean="0"/>
              <a:t>버튼을 클릭한다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List Button</a:t>
            </a:r>
            <a:r>
              <a:rPr lang="ko-KR" altLang="en-US" dirty="0" smtClean="0"/>
              <a:t>을 클릭하면 </a:t>
            </a:r>
            <a:r>
              <a:rPr lang="en-US" altLang="ko-KR" dirty="0" smtClean="0"/>
              <a:t>BDF</a:t>
            </a:r>
            <a:r>
              <a:rPr lang="ko-KR" altLang="en-US" dirty="0" smtClean="0"/>
              <a:t>에서 생성된 입력</a:t>
            </a:r>
            <a:r>
              <a:rPr lang="en-US" altLang="ko-KR" dirty="0" smtClean="0"/>
              <a:t>, </a:t>
            </a:r>
            <a:r>
              <a:rPr lang="ko-KR" altLang="en-US" dirty="0" smtClean="0"/>
              <a:t>출력 핀이 검색된다</a:t>
            </a:r>
            <a:r>
              <a:rPr lang="en-US" altLang="ko-KR" dirty="0" smtClean="0"/>
              <a:t>.</a:t>
            </a:r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00034" y="1571612"/>
            <a:ext cx="4038600" cy="2287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4000504"/>
            <a:ext cx="4143404" cy="2474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Simulation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smtClean="0"/>
              <a:t>시뮬레이션 할 </a:t>
            </a:r>
            <a:r>
              <a:rPr lang="en-US" altLang="ko-KR" dirty="0" smtClean="0"/>
              <a:t>Pin</a:t>
            </a:r>
            <a:r>
              <a:rPr lang="ko-KR" altLang="en-US" dirty="0" smtClean="0"/>
              <a:t>을 선택하고 화살표를 클릭한다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그런 다음 </a:t>
            </a:r>
            <a:r>
              <a:rPr lang="en-US" altLang="ko-KR" dirty="0" smtClean="0"/>
              <a:t>OK </a:t>
            </a:r>
            <a:r>
              <a:rPr lang="ko-KR" altLang="en-US" dirty="0" smtClean="0"/>
              <a:t>버튼을 누른다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OK </a:t>
            </a:r>
            <a:r>
              <a:rPr lang="ko-KR" altLang="en-US" dirty="0" smtClean="0"/>
              <a:t>버튼을 누른다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1643050"/>
            <a:ext cx="4038600" cy="2417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4214818"/>
            <a:ext cx="4093915" cy="23193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8043890" cy="1440750"/>
          </a:xfrm>
        </p:spPr>
        <p:txBody>
          <a:bodyPr/>
          <a:lstStyle/>
          <a:p>
            <a:r>
              <a:rPr lang="en-US" altLang="ko-KR" dirty="0" smtClean="0"/>
              <a:t>Input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Output </a:t>
            </a:r>
            <a:r>
              <a:rPr lang="ko-KR" altLang="en-US" dirty="0" smtClean="0"/>
              <a:t>핀이 나타나는 것을 확인할 수 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3500438"/>
            <a:ext cx="8396280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Simulation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 smtClean="0"/>
              <a:t>컨트롤 하려는 핀을 선택한다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Overwrite Clock</a:t>
            </a:r>
            <a:r>
              <a:rPr lang="ko-KR" altLang="en-US" dirty="0" smtClean="0"/>
              <a:t>을 선택하고 </a:t>
            </a:r>
            <a:r>
              <a:rPr lang="en-US" altLang="ko-KR" dirty="0" smtClean="0"/>
              <a:t>Period</a:t>
            </a:r>
            <a:r>
              <a:rPr lang="ko-KR" altLang="en-US" dirty="0" smtClean="0"/>
              <a:t>을 조정한다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9672" y="1773238"/>
            <a:ext cx="3853656" cy="4624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Simulation</a:t>
            </a:r>
            <a:r>
              <a:rPr lang="en-US" altLang="ko-KR" dirty="0" err="1" smtClean="0"/>
              <a:t>_Compile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2910" y="1643050"/>
            <a:ext cx="8043890" cy="2083692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 err="1" smtClean="0"/>
              <a:t>Ctrl+I</a:t>
            </a:r>
            <a:r>
              <a:rPr lang="ko-KR" altLang="en-US" dirty="0" smtClean="0"/>
              <a:t>를 누르거나 메뉴 </a:t>
            </a:r>
            <a:r>
              <a:rPr lang="en-US" altLang="ko-KR" dirty="0" smtClean="0"/>
              <a:t>[processing – start simulation]</a:t>
            </a:r>
            <a:r>
              <a:rPr lang="ko-KR" altLang="en-US" dirty="0" smtClean="0"/>
              <a:t>눌러 </a:t>
            </a:r>
            <a:r>
              <a:rPr lang="en-US" altLang="ko-KR" dirty="0" smtClean="0"/>
              <a:t>simulation</a:t>
            </a:r>
            <a:r>
              <a:rPr lang="ko-KR" altLang="en-US" dirty="0" smtClean="0"/>
              <a:t>을 실행한다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Simulation</a:t>
            </a:r>
            <a:r>
              <a:rPr lang="ko-KR" altLang="en-US" dirty="0" smtClean="0"/>
              <a:t>이 성공적으로 실행되면 </a:t>
            </a:r>
            <a:r>
              <a:rPr lang="en-US" altLang="ko-KR" dirty="0" err="1" smtClean="0"/>
              <a:t>OutputC</a:t>
            </a:r>
            <a:r>
              <a:rPr lang="en-US" altLang="ko-KR" dirty="0" smtClean="0"/>
              <a:t> </a:t>
            </a:r>
            <a:r>
              <a:rPr lang="ko-KR" altLang="en-US" dirty="0" smtClean="0"/>
              <a:t>핀의 </a:t>
            </a:r>
            <a:r>
              <a:rPr lang="en-US" altLang="ko-KR" dirty="0" smtClean="0"/>
              <a:t>Value</a:t>
            </a:r>
            <a:r>
              <a:rPr lang="ko-KR" altLang="en-US" dirty="0" smtClean="0"/>
              <a:t>가 기록된다</a:t>
            </a:r>
            <a:r>
              <a:rPr lang="en-US" altLang="ko-KR" dirty="0" smtClean="0"/>
              <a:t>. </a:t>
            </a:r>
            <a:r>
              <a:rPr lang="ko-KR" altLang="en-US" dirty="0" smtClean="0"/>
              <a:t>유의할 점은 </a:t>
            </a:r>
            <a:r>
              <a:rPr lang="en-US" altLang="ko-KR" b="1" dirty="0" smtClean="0"/>
              <a:t>Gate </a:t>
            </a:r>
            <a:r>
              <a:rPr lang="ko-KR" altLang="en-US" b="1" dirty="0" smtClean="0"/>
              <a:t>마다 딜레이가 </a:t>
            </a:r>
            <a:r>
              <a:rPr lang="ko-KR" altLang="en-US" dirty="0" smtClean="0"/>
              <a:t>있기 때문에 결과값이 밀려 보이는 것이 이상한 것이 아니다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85786" y="3643314"/>
            <a:ext cx="7652263" cy="308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785786" y="857232"/>
            <a:ext cx="8013192" cy="1636776"/>
          </a:xfrm>
        </p:spPr>
        <p:txBody>
          <a:bodyPr/>
          <a:lstStyle/>
          <a:p>
            <a:pPr lvl="0"/>
            <a:r>
              <a:rPr lang="en-US" dirty="0" smtClean="0"/>
              <a:t>Download to DE2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28596" y="3214686"/>
            <a:ext cx="4038600" cy="34092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Add Files in Project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sz="half" idx="2"/>
          </p:nvPr>
        </p:nvSpPr>
        <p:spPr>
          <a:xfrm>
            <a:off x="571472" y="1773936"/>
            <a:ext cx="8115328" cy="1154998"/>
          </a:xfrm>
        </p:spPr>
        <p:txBody>
          <a:bodyPr/>
          <a:lstStyle/>
          <a:p>
            <a:r>
              <a:rPr lang="en-US" altLang="ko-KR" dirty="0" smtClean="0"/>
              <a:t>Project -&gt;  Add Files in Project -&gt;</a:t>
            </a:r>
            <a:r>
              <a:rPr lang="ko-KR" altLang="en-US" dirty="0" smtClean="0"/>
              <a:t> 현재 </a:t>
            </a:r>
            <a:r>
              <a:rPr lang="en-US" altLang="ko-KR" dirty="0" smtClean="0"/>
              <a:t>VHDL </a:t>
            </a:r>
            <a:r>
              <a:rPr lang="ko-KR" altLang="en-US" dirty="0" smtClean="0"/>
              <a:t>파일을 </a:t>
            </a:r>
            <a:r>
              <a:rPr lang="en-US" altLang="ko-KR" dirty="0" smtClean="0"/>
              <a:t>Project</a:t>
            </a:r>
            <a:r>
              <a:rPr lang="ko-KR" altLang="en-US" dirty="0" smtClean="0"/>
              <a:t>에 포함시킨다</a:t>
            </a:r>
            <a:r>
              <a:rPr lang="en-US" altLang="ko-KR" dirty="0" smtClean="0"/>
              <a:t>.</a:t>
            </a:r>
          </a:p>
        </p:txBody>
      </p:sp>
      <p:sp>
        <p:nvSpPr>
          <p:cNvPr id="10" name="오른쪽 화살표 9"/>
          <p:cNvSpPr/>
          <p:nvPr/>
        </p:nvSpPr>
        <p:spPr>
          <a:xfrm>
            <a:off x="4500562" y="4357694"/>
            <a:ext cx="928694" cy="285752"/>
          </a:xfrm>
          <a:prstGeom prst="rightArrow">
            <a:avLst/>
          </a:prstGeom>
          <a:noFill/>
          <a:ln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1785918" y="4214818"/>
            <a:ext cx="2214578" cy="285752"/>
          </a:xfrm>
          <a:prstGeom prst="rect">
            <a:avLst/>
          </a:prstGeom>
          <a:noFill/>
          <a:ln w="28575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5008" y="3714752"/>
            <a:ext cx="2505075" cy="221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Pin Assignment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71472" y="1773936"/>
            <a:ext cx="8115328" cy="1583626"/>
          </a:xfrm>
        </p:spPr>
        <p:txBody>
          <a:bodyPr>
            <a:normAutofit/>
          </a:bodyPr>
          <a:lstStyle/>
          <a:p>
            <a:r>
              <a:rPr lang="en-US" altLang="ko-KR" dirty="0" smtClean="0"/>
              <a:t>Assignments -&gt; Assignment Editor -&gt; Pin Category</a:t>
            </a:r>
          </a:p>
          <a:p>
            <a:pPr>
              <a:buNone/>
            </a:pPr>
            <a:r>
              <a:rPr lang="en-US" altLang="ko-KR" dirty="0" smtClean="0"/>
              <a:t> </a:t>
            </a:r>
            <a:endParaRPr lang="ko-KR" altLang="en-US" dirty="0" smtClean="0"/>
          </a:p>
          <a:p>
            <a:endParaRPr lang="ko-KR" altLang="en-US" dirty="0"/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57158" y="3214686"/>
            <a:ext cx="8523230" cy="35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직사각형 6"/>
          <p:cNvSpPr/>
          <p:nvPr/>
        </p:nvSpPr>
        <p:spPr>
          <a:xfrm>
            <a:off x="1357290" y="3500438"/>
            <a:ext cx="5500726" cy="285752"/>
          </a:xfrm>
          <a:prstGeom prst="rect">
            <a:avLst/>
          </a:prstGeom>
          <a:noFill/>
          <a:ln w="28575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Pin Assignment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0034" y="1571612"/>
            <a:ext cx="8186766" cy="1083560"/>
          </a:xfrm>
        </p:spPr>
        <p:txBody>
          <a:bodyPr/>
          <a:lstStyle/>
          <a:p>
            <a:r>
              <a:rPr lang="en-US" altLang="ko-KR" dirty="0" smtClean="0"/>
              <a:t>Pin</a:t>
            </a:r>
            <a:r>
              <a:rPr lang="ko-KR" altLang="en-US" dirty="0" smtClean="0"/>
              <a:t>번호를 할당하고 저장한다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다시 컴파일을 수행한다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3286124"/>
            <a:ext cx="8614639" cy="26883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Compile _ Warning 3, Error 0</a:t>
            </a:r>
            <a:endParaRPr lang="ko-KR" alt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4282" y="1643050"/>
            <a:ext cx="8873918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USB-Blaster Driver </a:t>
            </a:r>
            <a:r>
              <a:rPr lang="ko-KR" altLang="en-US" dirty="0" smtClean="0"/>
              <a:t>설치</a:t>
            </a:r>
            <a:endParaRPr lang="ko-KR" alt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00232" y="1857364"/>
            <a:ext cx="5614998" cy="4374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직사각형 3"/>
          <p:cNvSpPr/>
          <p:nvPr/>
        </p:nvSpPr>
        <p:spPr>
          <a:xfrm>
            <a:off x="2857488" y="4071942"/>
            <a:ext cx="4357718" cy="428628"/>
          </a:xfrm>
          <a:prstGeom prst="rect">
            <a:avLst/>
          </a:prstGeom>
          <a:noFill/>
          <a:ln w="28575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Download to DE2</a:t>
            </a:r>
            <a:endParaRPr lang="ko-KR" alt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5326006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311744" y="3143249"/>
            <a:ext cx="4660808" cy="35004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직사각형 7"/>
          <p:cNvSpPr/>
          <p:nvPr/>
        </p:nvSpPr>
        <p:spPr>
          <a:xfrm>
            <a:off x="1500166" y="2857496"/>
            <a:ext cx="1785950" cy="214314"/>
          </a:xfrm>
          <a:prstGeom prst="rect">
            <a:avLst/>
          </a:prstGeom>
          <a:noFill/>
          <a:ln w="38100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4286248" y="3357563"/>
            <a:ext cx="714380" cy="214314"/>
          </a:xfrm>
          <a:prstGeom prst="rect">
            <a:avLst/>
          </a:prstGeom>
          <a:noFill/>
          <a:ln w="38100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구부러진 연결선 12"/>
          <p:cNvCxnSpPr/>
          <p:nvPr/>
        </p:nvCxnSpPr>
        <p:spPr>
          <a:xfrm>
            <a:off x="3214678" y="2928934"/>
            <a:ext cx="1071570" cy="642942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43570" y="1643050"/>
            <a:ext cx="31432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Tools -&gt; Programmer -&gt; “TwoInput_AndGate.sof”</a:t>
            </a:r>
            <a:r>
              <a:rPr lang="ko-KR" altLang="en-US" dirty="0" smtClean="0"/>
              <a:t>파일을 다운로드 하고 </a:t>
            </a:r>
            <a:r>
              <a:rPr lang="en-US" altLang="ko-KR" dirty="0" smtClean="0"/>
              <a:t>DE2</a:t>
            </a:r>
            <a:r>
              <a:rPr lang="ko-KR" altLang="en-US" dirty="0" smtClean="0"/>
              <a:t>로 동작을 확인한다</a:t>
            </a:r>
            <a:r>
              <a:rPr lang="en-US" altLang="ko-KR" dirty="0" smtClean="0"/>
              <a:t>.</a:t>
            </a:r>
            <a:endParaRPr lang="ko-KR" altLang="en-US" dirty="0" smtClean="0"/>
          </a:p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Download to DE2</a:t>
            </a:r>
            <a:endParaRPr lang="ko-KR" altLang="en-US" dirty="0"/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571612"/>
            <a:ext cx="4557724" cy="2557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86182" y="3098520"/>
            <a:ext cx="4999041" cy="3759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직사각형 6"/>
          <p:cNvSpPr/>
          <p:nvPr/>
        </p:nvSpPr>
        <p:spPr>
          <a:xfrm>
            <a:off x="1714480" y="2285992"/>
            <a:ext cx="2928958" cy="285752"/>
          </a:xfrm>
          <a:prstGeom prst="rect">
            <a:avLst/>
          </a:prstGeom>
          <a:noFill/>
          <a:ln w="38100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714744" y="3643314"/>
            <a:ext cx="714380" cy="214314"/>
          </a:xfrm>
          <a:prstGeom prst="rect">
            <a:avLst/>
          </a:prstGeom>
          <a:noFill/>
          <a:ln w="38100" cmpd="sng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구부러진 연결선 12"/>
          <p:cNvCxnSpPr>
            <a:endCxn id="8" idx="1"/>
          </p:cNvCxnSpPr>
          <p:nvPr/>
        </p:nvCxnSpPr>
        <p:spPr>
          <a:xfrm>
            <a:off x="2357422" y="2571744"/>
            <a:ext cx="1357322" cy="1178727"/>
          </a:xfrm>
          <a:prstGeom prst="curvedConnector3">
            <a:avLst>
              <a:gd name="adj1" fmla="val 50000"/>
            </a:avLst>
          </a:prstGeom>
          <a:ln w="76200">
            <a:solidFill>
              <a:schemeClr val="accent5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참고자료</a:t>
            </a:r>
            <a:endParaRPr lang="ko-KR" altLang="en-US" dirty="0"/>
          </a:p>
        </p:txBody>
      </p:sp>
      <p:sp>
        <p:nvSpPr>
          <p:cNvPr id="6" name="내용 개체 틀 5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+mn-ea"/>
                <a:hlinkClick r:id="rId2"/>
              </a:rPr>
              <a:t>http://chorogyi.tistory.com/attachment/ik240000000000.pdf</a:t>
            </a:r>
            <a:endParaRPr lang="en-US" dirty="0" smtClean="0">
              <a:latin typeface="+mn-ea"/>
            </a:endParaRPr>
          </a:p>
          <a:p>
            <a:endParaRPr lang="en-US" dirty="0" smtClean="0">
              <a:latin typeface="+mn-ea"/>
            </a:endParaRPr>
          </a:p>
          <a:p>
            <a:endParaRPr lang="en-US" dirty="0" smtClean="0">
              <a:latin typeface="+mn-ea"/>
            </a:endParaRPr>
          </a:p>
          <a:p>
            <a:r>
              <a:rPr lang="en-US" dirty="0" smtClean="0">
                <a:latin typeface="+mn-ea"/>
              </a:rPr>
              <a:t>Pin Assignment</a:t>
            </a:r>
          </a:p>
          <a:p>
            <a:pPr>
              <a:buNone/>
            </a:pPr>
            <a:r>
              <a:rPr lang="en-US" dirty="0" smtClean="0">
                <a:latin typeface="+mn-ea"/>
                <a:hlinkClick r:id="rId3"/>
              </a:rPr>
              <a:t>	http://instruct1.cit.cornell.edu/courses/ece576/DE2/DE2_pin_assignments.csv</a:t>
            </a:r>
            <a:r>
              <a:rPr lang="en-US" dirty="0" smtClean="0">
                <a:latin typeface="+mn-ea"/>
              </a:rPr>
              <a:t> </a:t>
            </a:r>
          </a:p>
          <a:p>
            <a:pPr>
              <a:buNone/>
            </a:pPr>
            <a:endParaRPr lang="en-US" dirty="0" smtClean="0">
              <a:latin typeface="+mn-ea"/>
            </a:endParaRPr>
          </a:p>
          <a:p>
            <a:pPr>
              <a:buNone/>
            </a:pPr>
            <a:r>
              <a:rPr lang="en-US" altLang="ko-KR" dirty="0" smtClean="0">
                <a:latin typeface="+mn-ea"/>
                <a:hlinkClick r:id="rId4"/>
              </a:rPr>
              <a:t>	http://www.terasic.com.tw/attachment/archive/30/DE2_Pin_Table.pdf</a:t>
            </a:r>
            <a:endParaRPr lang="en-US" altLang="ko-KR" dirty="0" smtClean="0">
              <a:latin typeface="+mn-ea"/>
            </a:endParaRPr>
          </a:p>
          <a:p>
            <a:pPr>
              <a:buNone/>
            </a:pP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모듈">
  <a:themeElements>
    <a:clrScheme name="모듈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사용자 지정 1">
      <a:majorFont>
        <a:latin typeface="Corbel"/>
        <a:ea typeface="HY강B"/>
        <a:cs typeface=""/>
      </a:majorFont>
      <a:minorFont>
        <a:latin typeface="Corbel"/>
        <a:ea typeface="HY강M"/>
        <a:cs typeface=""/>
      </a:minorFont>
    </a:fontScheme>
    <a:fmtScheme name="모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555</TotalTime>
  <Words>680</Words>
  <Application>Microsoft Office PowerPoint</Application>
  <PresentationFormat>On-screen Show (4:3)</PresentationFormat>
  <Paragraphs>122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HY강B</vt:lpstr>
      <vt:lpstr>HY강M</vt:lpstr>
      <vt:lpstr>Arial</vt:lpstr>
      <vt:lpstr>Corbel</vt:lpstr>
      <vt:lpstr>Wingdings</vt:lpstr>
      <vt:lpstr>Wingdings 2</vt:lpstr>
      <vt:lpstr>Wingdings 3</vt:lpstr>
      <vt:lpstr>모듈</vt:lpstr>
      <vt:lpstr>VHDL </vt:lpstr>
      <vt:lpstr>Quartus Ⅱ</vt:lpstr>
      <vt:lpstr>PowerPoint Presentation</vt:lpstr>
      <vt:lpstr>PowerPoint Presentation</vt:lpstr>
      <vt:lpstr>PowerPoint Presentation</vt:lpstr>
      <vt:lpstr>Quartus Ⅱ의 구성</vt:lpstr>
      <vt:lpstr>Quartus Ⅱ의 사용 단계</vt:lpstr>
      <vt:lpstr>Create Project</vt:lpstr>
      <vt:lpstr>Create Project</vt:lpstr>
      <vt:lpstr>Create Project_타겟 디바이스 설정</vt:lpstr>
      <vt:lpstr>Schematic Design</vt:lpstr>
      <vt:lpstr>Schematic Design</vt:lpstr>
      <vt:lpstr>Schematic Design</vt:lpstr>
      <vt:lpstr>Schematic Design</vt:lpstr>
      <vt:lpstr>Schematic Design</vt:lpstr>
      <vt:lpstr>Schematic Design</vt:lpstr>
      <vt:lpstr>Schematic Design</vt:lpstr>
      <vt:lpstr>Schematic Design_Compile</vt:lpstr>
      <vt:lpstr>VHDL Design</vt:lpstr>
      <vt:lpstr>VHDL Design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</vt:lpstr>
      <vt:lpstr>Simulation_Compile</vt:lpstr>
      <vt:lpstr>Download to DE2</vt:lpstr>
      <vt:lpstr>Add Files in Project</vt:lpstr>
      <vt:lpstr>Pin Assignment</vt:lpstr>
      <vt:lpstr>Pin Assignment</vt:lpstr>
      <vt:lpstr>Compile _ Warning 3, Error 0</vt:lpstr>
      <vt:lpstr>USB-Blaster Driver 설치</vt:lpstr>
      <vt:lpstr>Download to DE2</vt:lpstr>
      <vt:lpstr>Download to DE2</vt:lpstr>
      <vt:lpstr>참고자료</vt:lpstr>
    </vt:vector>
  </TitlesOfParts>
  <Company>XP SP3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VHDL </dc:title>
  <dc:creator>snoopy</dc:creator>
  <cp:lastModifiedBy>Soochan Kim</cp:lastModifiedBy>
  <cp:revision>61</cp:revision>
  <dcterms:created xsi:type="dcterms:W3CDTF">2009-12-23T15:34:55Z</dcterms:created>
  <dcterms:modified xsi:type="dcterms:W3CDTF">2013-12-01T09:54:49Z</dcterms:modified>
</cp:coreProperties>
</file>